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719"/>
  </p:normalViewPr>
  <p:slideViewPr>
    <p:cSldViewPr snapToGrid="0" snapToObjects="1">
      <p:cViewPr varScale="1">
        <p:scale>
          <a:sx n="149" d="100"/>
          <a:sy n="149" d="100"/>
        </p:scale>
        <p:origin x="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Sales</c:v>
          </c:tx>
          <c:spPr>
            <a:solidFill>
              <a:srgbClr val="1456F0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75" b="1">
                    <a:solidFill>
                      <a:srgbClr val="1D2939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WE 6/28</c:v>
              </c:pt>
              <c:pt idx="1">
                <c:v>WE 7/05</c:v>
              </c:pt>
              <c:pt idx="2">
                <c:v>WE 7/12</c:v>
              </c:pt>
              <c:pt idx="3">
                <c:v>WE 7/19</c:v>
              </c:pt>
              <c:pt idx="4">
                <c:v>WE 7/26</c:v>
              </c:pt>
            </c:strLit>
          </c:cat>
          <c:val>
            <c:numLit>
              <c:formatCode>General</c:formatCode>
              <c:ptCount val="5"/>
              <c:pt idx="0">
                <c:v>72</c:v>
              </c:pt>
              <c:pt idx="1">
                <c:v>32</c:v>
              </c:pt>
              <c:pt idx="2">
                <c:v>46</c:v>
              </c:pt>
              <c:pt idx="3">
                <c:v>54</c:v>
              </c:pt>
              <c:pt idx="4">
                <c:v>58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20F-9F4F-8338-2630A5E450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EE9"/>
            </a:solidFill>
            <a:prstDash val="solid"/>
          </a:ln>
        </c:spPr>
        <c:txPr>
          <a:bodyPr anchorCtr="1"/>
          <a:lstStyle/>
          <a:p>
            <a:pPr>
              <a:defRPr sz="1050" b="1">
                <a:solidFill>
                  <a:srgbClr val="667085"/>
                </a:solidFill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w="9525">
              <a:solidFill>
                <a:srgbClr val="D7DEE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67085"/>
                </a:solidFill>
              </a:defRPr>
            </a:pPr>
            <a:endParaRPr lang="ko-KR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누적 Sales</c:v>
          </c:tx>
          <c:spPr>
            <a:ln w="47625">
              <a:solidFill>
                <a:srgbClr val="1456F0"/>
              </a:solidFill>
              <a:prstDash val="solid"/>
            </a:ln>
          </c:spPr>
          <c:marker>
            <c:symbol val="circle"/>
            <c:size val="10"/>
            <c:spPr>
              <a:solidFill>
                <a:srgbClr val="1456F0"/>
              </a:solidFill>
            </c:spPr>
          </c:marker>
          <c:dLbls>
            <c:dLbl>
              <c:idx val="0"/>
              <c:layout>
                <c:manualLayout>
                  <c:x val="-3.9816376241334106E-2"/>
                  <c:y val="8.33333333333333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2F1-E443-B176-BD84C9DE2938}"/>
                </c:ext>
              </c:extLst>
            </c:dLbl>
            <c:dLbl>
              <c:idx val="1"/>
              <c:layout>
                <c:manualLayout>
                  <c:x val="-3.747423646243208E-2"/>
                  <c:y val="0.1180555555555555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F1-E443-B176-BD84C9DE2938}"/>
                </c:ext>
              </c:extLst>
            </c:dLbl>
            <c:dLbl>
              <c:idx val="2"/>
              <c:layout>
                <c:manualLayout>
                  <c:x val="-3.9816376241334085E-2"/>
                  <c:y val="0.1111111111111110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F1-E443-B176-BD84C9DE2938}"/>
                </c:ext>
              </c:extLst>
            </c:dLbl>
            <c:dLbl>
              <c:idx val="3"/>
              <c:layout>
                <c:manualLayout>
                  <c:x val="-4.6842795578040095E-2"/>
                  <c:y val="0.1180555555555555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F1-E443-B176-BD84C9DE2938}"/>
                </c:ext>
              </c:extLst>
            </c:dLbl>
            <c:dLbl>
              <c:idx val="4"/>
              <c:layout>
                <c:manualLayout>
                  <c:x val="-4.6842795578040095E-2"/>
                  <c:y val="0.1180555555555555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2F1-E443-B176-BD84C9DE2938}"/>
                </c:ext>
              </c:extLst>
            </c:dLbl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75" b="1">
                    <a:solidFill>
                      <a:srgbClr val="1D2939"/>
                    </a:solidFill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WE 6/28</c:v>
              </c:pt>
              <c:pt idx="1">
                <c:v>WE 7/05</c:v>
              </c:pt>
              <c:pt idx="2">
                <c:v>WE 7/12</c:v>
              </c:pt>
              <c:pt idx="3">
                <c:v>WE 7/19</c:v>
              </c:pt>
              <c:pt idx="4">
                <c:v>WE 7/26</c:v>
              </c:pt>
            </c:strLit>
          </c:cat>
          <c:val>
            <c:numLit>
              <c:formatCode>General</c:formatCode>
              <c:ptCount val="5"/>
              <c:pt idx="0">
                <c:v>72</c:v>
              </c:pt>
              <c:pt idx="1">
                <c:v>104</c:v>
              </c:pt>
              <c:pt idx="2">
                <c:v>150</c:v>
              </c:pt>
              <c:pt idx="3">
                <c:v>204</c:v>
              </c:pt>
              <c:pt idx="4">
                <c:v>262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F2F1-E443-B176-BD84C9DE29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EE9"/>
            </a:solidFill>
            <a:prstDash val="solid"/>
          </a:ln>
        </c:spPr>
        <c:txPr>
          <a:bodyPr anchorCtr="1"/>
          <a:lstStyle/>
          <a:p>
            <a:pPr>
              <a:defRPr sz="1050" b="1">
                <a:solidFill>
                  <a:srgbClr val="667085"/>
                </a:solidFill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0"/>
          <c:min val="0"/>
        </c:scaling>
        <c:delete val="0"/>
        <c:axPos val="l"/>
        <c:majorGridlines>
          <c:spPr>
            <a:ln w="9525">
              <a:solidFill>
                <a:srgbClr val="D7DEE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67085"/>
                </a:solidFill>
              </a:defRPr>
            </a:pPr>
            <a:endParaRPr lang="ko-KR"/>
          </a:p>
        </c:txPr>
        <c:crossAx val="48650112"/>
        <c:crosses val="autoZero"/>
        <c:crossBetween val="between"/>
        <c:majorUnit val="100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Headcount</c:v>
          </c:tx>
          <c:dPt>
            <c:idx val="0"/>
            <c:bubble3D val="0"/>
            <c:spPr>
              <a:solidFill>
                <a:srgbClr val="1456F0"/>
              </a:solidFill>
            </c:spPr>
            <c:extLst>
              <c:ext xmlns:c16="http://schemas.microsoft.com/office/drawing/2014/chart" uri="{C3380CC4-5D6E-409C-BE32-E72D297353CC}">
                <c16:uniqueId val="{00000001-564A-0F43-AB8E-043E7846C158}"/>
              </c:ext>
            </c:extLst>
          </c:dPt>
          <c:dPt>
            <c:idx val="1"/>
            <c:bubble3D val="0"/>
            <c:spPr>
              <a:solidFill>
                <a:srgbClr val="5C8CF0"/>
              </a:solidFill>
            </c:spPr>
            <c:extLst>
              <c:ext xmlns:c16="http://schemas.microsoft.com/office/drawing/2014/chart" uri="{C3380CC4-5D6E-409C-BE32-E72D297353CC}">
                <c16:uniqueId val="{00000003-564A-0F43-AB8E-043E7846C158}"/>
              </c:ext>
            </c:extLst>
          </c:dPt>
          <c:dPt>
            <c:idx val="2"/>
            <c:bubble3D val="0"/>
            <c:spPr>
              <a:solidFill>
                <a:srgbClr val="16A36F"/>
              </a:solidFill>
            </c:spPr>
            <c:extLst>
              <c:ext xmlns:c16="http://schemas.microsoft.com/office/drawing/2014/chart" uri="{C3380CC4-5D6E-409C-BE32-E72D297353CC}">
                <c16:uniqueId val="{00000005-564A-0F43-AB8E-043E7846C158}"/>
              </c:ext>
            </c:extLst>
          </c:dPt>
          <c:dPt>
            <c:idx val="3"/>
            <c:bubble3D val="0"/>
            <c:spPr>
              <a:solidFill>
                <a:srgbClr val="F2A31B"/>
              </a:solidFill>
            </c:spPr>
            <c:extLst>
              <c:ext xmlns:c16="http://schemas.microsoft.com/office/drawing/2014/chart" uri="{C3380CC4-5D6E-409C-BE32-E72D297353CC}">
                <c16:uniqueId val="{00000007-564A-0F43-AB8E-043E7846C158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25" b="1">
                    <a:solidFill>
                      <a:srgbClr val="1D2939"/>
                    </a:solidFill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Lit>
              <c:ptCount val="4"/>
              <c:pt idx="0">
                <c:v>AOP</c:v>
              </c:pt>
              <c:pt idx="1">
                <c:v>TL</c:v>
              </c:pt>
              <c:pt idx="2">
                <c:v>LR</c:v>
              </c:pt>
              <c:pt idx="3">
                <c:v>IC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6</c:v>
              </c:pt>
              <c:pt idx="3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8-564A-0F43-AB8E-043E7846C1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r"/>
      <c:overlay val="0"/>
      <c:txPr>
        <a:bodyPr anchorCtr="1"/>
        <a:lstStyle/>
        <a:p>
          <a:pPr>
            <a:defRPr sz="1125" b="1">
              <a:solidFill>
                <a:srgbClr val="1D2939"/>
              </a:solidFill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월간 실인컴</c:v>
          </c:tx>
          <c:spPr>
            <a:solidFill>
              <a:srgbClr val="1456F0"/>
            </a:solidFill>
          </c:spPr>
          <c:invertIfNegative val="1"/>
          <c:cat>
            <c:strLit>
              <c:ptCount val="10"/>
              <c:pt idx="0">
                <c:v>임재영</c:v>
              </c:pt>
              <c:pt idx="1">
                <c:v>고윤경</c:v>
              </c:pt>
              <c:pt idx="2">
                <c:v>박인선</c:v>
              </c:pt>
              <c:pt idx="3">
                <c:v>김하진</c:v>
              </c:pt>
              <c:pt idx="4">
                <c:v>윤채영</c:v>
              </c:pt>
              <c:pt idx="5">
                <c:v>손예진</c:v>
              </c:pt>
              <c:pt idx="6">
                <c:v>간승학</c:v>
              </c:pt>
              <c:pt idx="7">
                <c:v>권영웅</c:v>
              </c:pt>
              <c:pt idx="8">
                <c:v>이윤성</c:v>
              </c:pt>
              <c:pt idx="9">
                <c:v>민병준</c:v>
              </c:pt>
            </c:strLit>
          </c:cat>
          <c:val>
            <c:numLit>
              <c:formatCode>\₩#,##0</c:formatCode>
              <c:ptCount val="10"/>
              <c:pt idx="0">
                <c:v>1485008</c:v>
              </c:pt>
              <c:pt idx="1">
                <c:v>3285356</c:v>
              </c:pt>
              <c:pt idx="2">
                <c:v>769427</c:v>
              </c:pt>
              <c:pt idx="3">
                <c:v>3018200</c:v>
              </c:pt>
              <c:pt idx="4">
                <c:v>2191844</c:v>
              </c:pt>
              <c:pt idx="5">
                <c:v>2953702</c:v>
              </c:pt>
              <c:pt idx="6">
                <c:v>2702050</c:v>
              </c:pt>
              <c:pt idx="7">
                <c:v>4604150</c:v>
              </c:pt>
              <c:pt idx="8">
                <c:v>0</c:v>
              </c:pt>
              <c:pt idx="9">
                <c:v>1385040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0E0-EA47-BD4E-CE7D217731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 b="1">
                <a:solidFill>
                  <a:srgbClr val="1D2939"/>
                </a:solidFill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00000"/>
          <c:min val="0"/>
        </c:scaling>
        <c:delete val="0"/>
        <c:axPos val="l"/>
        <c:majorGridlines>
          <c:spPr>
            <a:ln w="9525">
              <a:solidFill>
                <a:srgbClr val="D7DEE9"/>
              </a:solidFill>
              <a:prstDash val="solid"/>
            </a:ln>
          </c:spPr>
        </c:majorGridlines>
        <c:numFmt formatCode="\₩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7085"/>
                </a:solidFill>
              </a:defRPr>
            </a:pPr>
            <a:endParaRPr lang="ko-KR"/>
          </a:p>
        </c:txPr>
        <c:crossAx val="48650112"/>
        <c:crosses val="autoZero"/>
        <c:crossBetween val="between"/>
        <c:majorUnit val="2000000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  <a:p>
            <a:endParaRPr/>
          </a:p>
          <a:p>
            <a:r>
              <a:t>Key claim: 262 sales / 209 field days / AVG 1.25 / total income ₩22,394,777.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  <a:p>
            <a:endParaRPr/>
          </a:p>
          <a:p>
            <a:r>
              <a:t>May recap index frame preserved; only July/August copy was updated.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  <a:p>
            <a:endParaRPr/>
          </a:p>
          <a:p>
            <a:r>
              <a:t>Net Sales = Gross Sales 262 − 리젝 79 + 리섭 13 = 196pcs.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  <a:p>
            <a:endParaRPr/>
          </a:p>
          <a:p>
            <a:r>
              <a:t>Interview data are aggregated; candidate names, phone numbers, age, and gender are intentionally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  <a:p>
            <a:endParaRPr/>
          </a:p>
          <a:p>
            <a:r>
              <a:t>These actions are proposals derived from July data gaps and performance results, not reported completed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  <a:p>
            <a:endParaRPr/>
          </a:p>
          <a:p>
            <a:r>
              <a:t>All 10 members included. Total income ₩22,394,777. Site input values were backed up before generation; 윤채영·손예진·민병준 use the latest user-supplied payout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  <a:p>
            <a:endParaRPr/>
          </a:p>
          <a:p>
            <a:r>
              <a:t>August targets are proposals based on July performance; they are not historical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  <a:p>
            <a:endParaRPr/>
          </a:p>
          <a:p>
            <a:r>
              <a:t>Source: Presence Workbook live recap studio, memberInfo.join/memberInfo.left, read 2026-08-13. H/C values: 12, 12, 13, 12,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  <a:p>
            <a:endParaRPr/>
          </a:p>
          <a:p>
            <a:r>
              <a:t>Promotion targets are planning options. No individual promotion is asserted without manager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https://hub.presence.co.kr/recap-studio.html?mode=preview&amp;present=1&amp;published=1&amp;month=2026-07</a:t>
            </a:r>
          </a:p>
          <a:p>
            <a:r>
              <a:t>- /Users/jaeyoung5178/Downloads/25년 인터뷰로그  (1).xlsx — sheet 26년 7월, recruiters 임재영·고윤경·윤채영 only</a:t>
            </a:r>
          </a:p>
          <a:p>
            <a:r>
              <a:t>- /Users/jaeyoung5178/Library/Mobile Documents/com~apple~CloudDocs/Presence/팀 운영/리캡/5월/26년_5월_Presence_리캡 .pptx — visual template</a:t>
            </a:r>
          </a:p>
          <a:p>
            <a:endParaRPr/>
          </a:p>
          <a:p>
            <a:r>
              <a:t>Operating summary. Income ₩22,394,777, bond ₩1,634,148, BEP attainment 141.2%.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E4B61A0-6668-4609-8780-7A1E6C5ECC79}"/>
              </a:ext>
            </a:extLst>
          </p:cNvPr>
          <p:cNvSpPr>
            <a:spLocks noGrp="1"/>
          </p:cNvSpPr>
          <p:nvPr/>
        </p:nvSpPr>
        <p:spPr>
          <a:xfrm>
            <a:off x="457200" y="1920240"/>
            <a:ext cx="11277295" cy="4114800"/>
          </a:xfrm>
          <a:prstGeom prst="roundRect">
            <a:avLst>
              <a:gd name="adj" fmla="val 4889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  <a:effectLst>
            <a:outerShdw blurRad="190500" dist="50800" dir="8100000" algn="bl" rotWithShape="0">
              <a:srgbClr val="2C1E7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F5791A2-6627-4C85-AB6D-8FD92AB58491}"/>
              </a:ext>
            </a:extLst>
          </p:cNvPr>
          <p:cNvSpPr>
            <a:spLocks noGrp="1"/>
          </p:cNvSpPr>
          <p:nvPr/>
        </p:nvSpPr>
        <p:spPr>
          <a:xfrm>
            <a:off x="822960" y="2286000"/>
            <a:ext cx="1737360" cy="329184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9116982-5B35-4C3A-84AA-4ECA2C3E8D69}"/>
              </a:ext>
            </a:extLst>
          </p:cNvPr>
          <p:cNvSpPr>
            <a:spLocks noGrp="1"/>
          </p:cNvSpPr>
          <p:nvPr/>
        </p:nvSpPr>
        <p:spPr>
          <a:xfrm>
            <a:off x="822960" y="2286000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2026.07</a:t>
            </a:r>
            <a:endParaRPr sz="11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40F8912-72FC-497F-84CD-DDF5EB37B696}"/>
              </a:ext>
            </a:extLst>
          </p:cNvPr>
          <p:cNvSpPr>
            <a:spLocks noGrp="1"/>
          </p:cNvSpPr>
          <p:nvPr/>
        </p:nvSpPr>
        <p:spPr>
          <a:xfrm>
            <a:off x="822960" y="274320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3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26년 7월 Recap</a:t>
            </a:r>
            <a:endParaRPr sz="52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B9D4237-ABD5-4F27-8AF3-E26E1C8BF594}"/>
              </a:ext>
            </a:extLst>
          </p:cNvPr>
          <p:cNvSpPr>
            <a:spLocks noGrp="1"/>
          </p:cNvSpPr>
          <p:nvPr/>
        </p:nvSpPr>
        <p:spPr>
          <a:xfrm>
            <a:off x="822960" y="382219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기간: 2026.06.22 – 2026.07.26  |  Presence Team · 임재영 AOP</a:t>
            </a:r>
            <a:endParaRPr sz="14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4BD96A9-0B3A-4E05-825F-0AA7D4DB3640}"/>
              </a:ext>
            </a:extLst>
          </p:cNvPr>
          <p:cNvSpPr>
            <a:spLocks noGrp="1"/>
          </p:cNvSpPr>
          <p:nvPr/>
        </p:nvSpPr>
        <p:spPr>
          <a:xfrm>
            <a:off x="822960" y="4343400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260</a:t>
            </a:r>
            <a:endParaRPr sz="24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B4F931F-95F8-4EE2-A2DE-BB2A0E05838E}"/>
              </a:ext>
            </a:extLst>
          </p:cNvPr>
          <p:cNvSpPr>
            <a:spLocks noGrp="1"/>
          </p:cNvSpPr>
          <p:nvPr/>
        </p:nvSpPr>
        <p:spPr>
          <a:xfrm>
            <a:off x="2194560" y="437083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pcs</a:t>
            </a:r>
            <a:endParaRPr sz="13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5F165CB-70B4-47A7-BA93-0AED7A4F838B}"/>
              </a:ext>
            </a:extLst>
          </p:cNvPr>
          <p:cNvSpPr>
            <a:spLocks noGrp="1"/>
          </p:cNvSpPr>
          <p:nvPr/>
        </p:nvSpPr>
        <p:spPr>
          <a:xfrm>
            <a:off x="822960" y="48006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월간 총 세일즈</a:t>
            </a:r>
            <a:endParaRPr sz="11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91D297D-79A7-495C-8FAA-C8804355B1D9}"/>
              </a:ext>
            </a:extLst>
          </p:cNvPr>
          <p:cNvSpPr>
            <a:spLocks noGrp="1"/>
          </p:cNvSpPr>
          <p:nvPr/>
        </p:nvSpPr>
        <p:spPr>
          <a:xfrm>
            <a:off x="3520440" y="4370832"/>
            <a:ext cx="0" cy="64008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35C37D7-1E3F-4421-BD07-BF9F16F9E93E}"/>
              </a:ext>
            </a:extLst>
          </p:cNvPr>
          <p:cNvSpPr>
            <a:spLocks noGrp="1"/>
          </p:cNvSpPr>
          <p:nvPr/>
        </p:nvSpPr>
        <p:spPr>
          <a:xfrm>
            <a:off x="3611880" y="4343400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325" b="1" dirty="0">
                <a:solidFill>
                  <a:srgbClr val="FFC000"/>
                </a:solidFill>
                <a:latin typeface="Pretendard"/>
                <a:ea typeface="Pretendard"/>
                <a:cs typeface="Pretendard"/>
              </a:rPr>
              <a:t>₩22,394,777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DC0A4C2-2BFD-4ECE-BEF2-2A79B52C3895}"/>
              </a:ext>
            </a:extLst>
          </p:cNvPr>
          <p:cNvSpPr>
            <a:spLocks noGrp="1"/>
          </p:cNvSpPr>
          <p:nvPr/>
        </p:nvSpPr>
        <p:spPr>
          <a:xfrm>
            <a:off x="3611880" y="48006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75" b="1" dirty="0" err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월간</a:t>
            </a:r>
            <a:r>
              <a:rPr sz="1275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75" b="1" dirty="0" err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실인컴</a:t>
            </a:r>
            <a:endParaRPr sz="1100" b="1" dirty="0">
              <a:solidFill>
                <a:schemeClr val="bg1"/>
              </a:solidFill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2C523BD-B49D-4C57-80CF-C76FFE397893}"/>
              </a:ext>
            </a:extLst>
          </p:cNvPr>
          <p:cNvSpPr>
            <a:spLocks noGrp="1"/>
          </p:cNvSpPr>
          <p:nvPr/>
        </p:nvSpPr>
        <p:spPr>
          <a:xfrm>
            <a:off x="6309360" y="4370832"/>
            <a:ext cx="0" cy="64008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2861E9B-29E8-4694-AE51-C71991E0D139}"/>
              </a:ext>
            </a:extLst>
          </p:cNvPr>
          <p:cNvSpPr>
            <a:spLocks noGrp="1"/>
          </p:cNvSpPr>
          <p:nvPr/>
        </p:nvSpPr>
        <p:spPr>
          <a:xfrm>
            <a:off x="6400800" y="4343400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1.25</a:t>
            </a:r>
            <a:endParaRPr sz="24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AF95650-31E0-4EF5-AB37-7EE2DC5F7F65}"/>
              </a:ext>
            </a:extLst>
          </p:cNvPr>
          <p:cNvSpPr>
            <a:spLocks noGrp="1"/>
          </p:cNvSpPr>
          <p:nvPr/>
        </p:nvSpPr>
        <p:spPr>
          <a:xfrm>
            <a:off x="7772400" y="437083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AVG</a:t>
            </a:r>
            <a:endParaRPr sz="13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7959271-1C26-47C5-B01E-9CE30C1CBD91}"/>
              </a:ext>
            </a:extLst>
          </p:cNvPr>
          <p:cNvSpPr>
            <a:spLocks noGrp="1"/>
          </p:cNvSpPr>
          <p:nvPr/>
        </p:nvSpPr>
        <p:spPr>
          <a:xfrm>
            <a:off x="6400800" y="48006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75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 월간 AVG</a:t>
            </a:r>
            <a:endParaRPr sz="11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D75B3D0-57F9-4325-B0E0-A99DF483C0E5}"/>
              </a:ext>
            </a:extLst>
          </p:cNvPr>
          <p:cNvSpPr>
            <a:spLocks noGrp="1"/>
          </p:cNvSpPr>
          <p:nvPr/>
        </p:nvSpPr>
        <p:spPr>
          <a:xfrm>
            <a:off x="9098280" y="4370832"/>
            <a:ext cx="0" cy="64008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5B1F0E6-0D89-42C6-A4AD-A894A8720D1E}"/>
              </a:ext>
            </a:extLst>
          </p:cNvPr>
          <p:cNvSpPr>
            <a:spLocks noGrp="1"/>
          </p:cNvSpPr>
          <p:nvPr/>
        </p:nvSpPr>
        <p:spPr>
          <a:xfrm>
            <a:off x="9189720" y="4343400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209</a:t>
            </a:r>
            <a:endParaRPr sz="24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C42818D-E204-4875-A1BD-76E06AFE6760}"/>
              </a:ext>
            </a:extLst>
          </p:cNvPr>
          <p:cNvSpPr>
            <a:spLocks noGrp="1"/>
          </p:cNvSpPr>
          <p:nvPr/>
        </p:nvSpPr>
        <p:spPr>
          <a:xfrm>
            <a:off x="10561320" y="437083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</a:t>
            </a:r>
            <a:endParaRPr sz="13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2EACF0C-AAE2-40F6-9A7F-00FA50E1B892}"/>
              </a:ext>
            </a:extLst>
          </p:cNvPr>
          <p:cNvSpPr>
            <a:spLocks noGrp="1"/>
          </p:cNvSpPr>
          <p:nvPr/>
        </p:nvSpPr>
        <p:spPr>
          <a:xfrm>
            <a:off x="9189720" y="48006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75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Field Days</a:t>
            </a:r>
            <a:endParaRPr sz="11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2D5442D-3212-42A9-80E4-F5D893718CA0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06688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BA39DA-3BD0-4BC9-A83C-47E9EECAC9AE}"/>
              </a:ext>
            </a:extLst>
          </p:cNvPr>
          <p:cNvSpPr>
            <a:spLocks noGrp="1"/>
          </p:cNvSpPr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목차</a:t>
            </a:r>
            <a:endParaRPr sz="1200"/>
          </a:p>
        </p:txBody>
      </p:sp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A0D63B1-71D3-41EF-9A71-52AD9B25CCB4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2</a:t>
            </a:r>
            <a:endParaRPr sz="1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A0E014C-FBA4-4C7C-A16F-7E828A2125E3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36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리캡 목차</a:t>
            </a:r>
            <a:endParaRPr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54DF98A-09B3-47B8-9C73-65F944DD9180}"/>
              </a:ext>
            </a:extLst>
          </p:cNvPr>
          <p:cNvSpPr>
            <a:spLocks noGrp="1"/>
          </p:cNvSpPr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16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7월 성과와 세일즈 분석, 팀원 현황, 그리고 8월 플랜을 담았습니다.</a:t>
            </a:r>
            <a:endParaRPr sz="16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118347B-7C6D-431F-9125-EE9F941FD046}"/>
              </a:ext>
            </a:extLst>
          </p:cNvPr>
          <p:cNvSpPr>
            <a:spLocks noGrp="1"/>
          </p:cNvSpPr>
          <p:nvPr/>
        </p:nvSpPr>
        <p:spPr>
          <a:xfrm>
            <a:off x="457200" y="22768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49EEC0F-B1B2-4A17-A554-7393FCD1CB27}"/>
              </a:ext>
            </a:extLst>
          </p:cNvPr>
          <p:cNvSpPr>
            <a:spLocks noGrp="1"/>
          </p:cNvSpPr>
          <p:nvPr/>
        </p:nvSpPr>
        <p:spPr>
          <a:xfrm>
            <a:off x="640080" y="24597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9B43A46-BD62-4BD0-B6AB-37F02469D26D}"/>
              </a:ext>
            </a:extLst>
          </p:cNvPr>
          <p:cNvSpPr>
            <a:spLocks noGrp="1"/>
          </p:cNvSpPr>
          <p:nvPr/>
        </p:nvSpPr>
        <p:spPr>
          <a:xfrm>
            <a:off x="640080" y="245973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  <a:endParaRPr sz="10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887BE43-ECE6-435A-982F-7752AC14D629}"/>
              </a:ext>
            </a:extLst>
          </p:cNvPr>
          <p:cNvSpPr>
            <a:spLocks noGrp="1"/>
          </p:cNvSpPr>
          <p:nvPr/>
        </p:nvSpPr>
        <p:spPr>
          <a:xfrm>
            <a:off x="640080" y="2843784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팀 세일즈 현황</a:t>
            </a:r>
            <a:endParaRPr sz="15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10AC253-FD3E-4C5E-B465-FDB611C38724}"/>
              </a:ext>
            </a:extLst>
          </p:cNvPr>
          <p:cNvSpPr>
            <a:spLocks noGrp="1"/>
          </p:cNvSpPr>
          <p:nvPr/>
        </p:nvSpPr>
        <p:spPr>
          <a:xfrm>
            <a:off x="640080" y="324612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주차별 Sales/AVG 추이 · 월간 총합</a:t>
            </a:r>
            <a:endParaRPr sz="11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4245F56-1A46-49FB-BAC9-3C770B9776F2}"/>
              </a:ext>
            </a:extLst>
          </p:cNvPr>
          <p:cNvSpPr>
            <a:spLocks noGrp="1"/>
          </p:cNvSpPr>
          <p:nvPr/>
        </p:nvSpPr>
        <p:spPr>
          <a:xfrm>
            <a:off x="4251960" y="22768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292F61D-2181-416F-B2CC-A36E0ECBDFE0}"/>
              </a:ext>
            </a:extLst>
          </p:cNvPr>
          <p:cNvSpPr>
            <a:spLocks noGrp="1"/>
          </p:cNvSpPr>
          <p:nvPr/>
        </p:nvSpPr>
        <p:spPr>
          <a:xfrm>
            <a:off x="4434840" y="24597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D000F64-FE27-41F9-BC0E-BACF4DE61D8F}"/>
              </a:ext>
            </a:extLst>
          </p:cNvPr>
          <p:cNvSpPr>
            <a:spLocks noGrp="1"/>
          </p:cNvSpPr>
          <p:nvPr/>
        </p:nvSpPr>
        <p:spPr>
          <a:xfrm>
            <a:off x="4434840" y="245973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  <a:endParaRPr sz="10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4FEAEF5-421B-4D76-A795-0F31DFDB91F8}"/>
              </a:ext>
            </a:extLst>
          </p:cNvPr>
          <p:cNvSpPr>
            <a:spLocks noGrp="1"/>
          </p:cNvSpPr>
          <p:nvPr/>
        </p:nvSpPr>
        <p:spPr>
          <a:xfrm>
            <a:off x="4434840" y="2843784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세일즈 디테일</a:t>
            </a:r>
            <a:endParaRPr sz="15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13132D2-C468-4112-AB38-86775CAABCBD}"/>
              </a:ext>
            </a:extLst>
          </p:cNvPr>
          <p:cNvSpPr>
            <a:spLocks noGrp="1"/>
          </p:cNvSpPr>
          <p:nvPr/>
        </p:nvSpPr>
        <p:spPr>
          <a:xfrm>
            <a:off x="4434840" y="324612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팀원별 세일즈 · 실인컴 · 리젝 · 리섭</a:t>
            </a:r>
            <a:endParaRPr sz="11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5E86D7A-CFF7-4336-BB65-2E0E64CAD60C}"/>
              </a:ext>
            </a:extLst>
          </p:cNvPr>
          <p:cNvSpPr>
            <a:spLocks noGrp="1"/>
          </p:cNvSpPr>
          <p:nvPr/>
        </p:nvSpPr>
        <p:spPr>
          <a:xfrm>
            <a:off x="8046720" y="22768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A89E66EA-B16D-4D96-A8E7-0CEFB1519001}"/>
              </a:ext>
            </a:extLst>
          </p:cNvPr>
          <p:cNvSpPr>
            <a:spLocks noGrp="1"/>
          </p:cNvSpPr>
          <p:nvPr/>
        </p:nvSpPr>
        <p:spPr>
          <a:xfrm>
            <a:off x="8229600" y="24597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69B4585-8B5E-4ADD-B6FC-D557B4D9DD05}"/>
              </a:ext>
            </a:extLst>
          </p:cNvPr>
          <p:cNvSpPr>
            <a:spLocks noGrp="1"/>
          </p:cNvSpPr>
          <p:nvPr/>
        </p:nvSpPr>
        <p:spPr>
          <a:xfrm>
            <a:off x="8229600" y="245973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  <a:endParaRPr sz="10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57AADEB-4D98-461A-B795-1791C8FC1F6D}"/>
              </a:ext>
            </a:extLst>
          </p:cNvPr>
          <p:cNvSpPr>
            <a:spLocks noGrp="1"/>
          </p:cNvSpPr>
          <p:nvPr/>
        </p:nvSpPr>
        <p:spPr>
          <a:xfrm>
            <a:off x="8229600" y="2843784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생산성 분석</a:t>
            </a:r>
            <a:endParaRPr sz="15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73A6AA0-20E9-40AD-9D47-5F3B9FF6029B}"/>
              </a:ext>
            </a:extLst>
          </p:cNvPr>
          <p:cNvSpPr>
            <a:spLocks noGrp="1"/>
          </p:cNvSpPr>
          <p:nvPr/>
        </p:nvSpPr>
        <p:spPr>
          <a:xfrm>
            <a:off x="8229600" y="324612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주차별 인컴 추이 · 팀원별 실인컴 비교</a:t>
            </a:r>
            <a:endParaRPr sz="110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71059186-7CCB-4C3B-9927-C1BE832D6BA6}"/>
              </a:ext>
            </a:extLst>
          </p:cNvPr>
          <p:cNvSpPr>
            <a:spLocks noGrp="1"/>
          </p:cNvSpPr>
          <p:nvPr/>
        </p:nvSpPr>
        <p:spPr>
          <a:xfrm>
            <a:off x="457200" y="38770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C3D71F86-79AE-4528-BFC1-832D3BBA850F}"/>
              </a:ext>
            </a:extLst>
          </p:cNvPr>
          <p:cNvSpPr>
            <a:spLocks noGrp="1"/>
          </p:cNvSpPr>
          <p:nvPr/>
        </p:nvSpPr>
        <p:spPr>
          <a:xfrm>
            <a:off x="640080" y="40599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EDC0D97-9751-4A3C-9D2E-F7B6FEF39057}"/>
              </a:ext>
            </a:extLst>
          </p:cNvPr>
          <p:cNvSpPr>
            <a:spLocks noGrp="1"/>
          </p:cNvSpPr>
          <p:nvPr/>
        </p:nvSpPr>
        <p:spPr>
          <a:xfrm>
            <a:off x="640080" y="405993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  <a:endParaRPr sz="10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FF028E4-1715-4964-8624-1BB128AC8CDC}"/>
              </a:ext>
            </a:extLst>
          </p:cNvPr>
          <p:cNvSpPr>
            <a:spLocks noGrp="1"/>
          </p:cNvSpPr>
          <p:nvPr/>
        </p:nvSpPr>
        <p:spPr>
          <a:xfrm>
            <a:off x="640080" y="4443984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팀원별 성과 카드</a:t>
            </a:r>
            <a:endParaRPr sz="15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5A280765-A52B-4D5C-92FA-721B8C11071D}"/>
              </a:ext>
            </a:extLst>
          </p:cNvPr>
          <p:cNvSpPr>
            <a:spLocks noGrp="1"/>
          </p:cNvSpPr>
          <p:nvPr/>
        </p:nvSpPr>
        <p:spPr>
          <a:xfrm>
            <a:off x="640080" y="484632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개인 KPI · 주차별 세일즈 흐름</a:t>
            </a:r>
            <a:endParaRPr sz="110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D4779CB5-5B73-4467-B741-B80894E1EC69}"/>
              </a:ext>
            </a:extLst>
          </p:cNvPr>
          <p:cNvSpPr>
            <a:spLocks noGrp="1"/>
          </p:cNvSpPr>
          <p:nvPr/>
        </p:nvSpPr>
        <p:spPr>
          <a:xfrm>
            <a:off x="4251960" y="38770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0900E2EB-7827-409F-9D99-4830519184C6}"/>
              </a:ext>
            </a:extLst>
          </p:cNvPr>
          <p:cNvSpPr>
            <a:spLocks noGrp="1"/>
          </p:cNvSpPr>
          <p:nvPr/>
        </p:nvSpPr>
        <p:spPr>
          <a:xfrm>
            <a:off x="4434840" y="40599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E45954E-1C86-4F8D-8B32-73A23FA8BF60}"/>
              </a:ext>
            </a:extLst>
          </p:cNvPr>
          <p:cNvSpPr>
            <a:spLocks noGrp="1"/>
          </p:cNvSpPr>
          <p:nvPr/>
        </p:nvSpPr>
        <p:spPr>
          <a:xfrm>
            <a:off x="4434840" y="405993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  <a:endParaRPr sz="10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1BD8C595-852D-4136-B7DC-14954BB47EDF}"/>
              </a:ext>
            </a:extLst>
          </p:cNvPr>
          <p:cNvSpPr>
            <a:spLocks noGrp="1"/>
          </p:cNvSpPr>
          <p:nvPr/>
        </p:nvSpPr>
        <p:spPr>
          <a:xfrm>
            <a:off x="4434840" y="4443984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리쿠르팅 &amp; H/C</a:t>
            </a:r>
            <a:endParaRPr sz="15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E8146A15-DD98-4B51-9161-14200647EB0A}"/>
              </a:ext>
            </a:extLst>
          </p:cNvPr>
          <p:cNvSpPr>
            <a:spLocks noGrp="1"/>
          </p:cNvSpPr>
          <p:nvPr/>
        </p:nvSpPr>
        <p:spPr>
          <a:xfrm>
            <a:off x="4434840" y="484632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현재 팀 구성 · 7월 주차별 IN &amp; OUT</a:t>
            </a:r>
            <a:endParaRPr sz="110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1A73A727-FB83-49A7-A18A-6CB8A0C4B8A3}"/>
              </a:ext>
            </a:extLst>
          </p:cNvPr>
          <p:cNvSpPr>
            <a:spLocks noGrp="1"/>
          </p:cNvSpPr>
          <p:nvPr/>
        </p:nvSpPr>
        <p:spPr>
          <a:xfrm>
            <a:off x="8046720" y="38770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7C95F27A-B37A-4496-8169-1ADE89DFFC77}"/>
              </a:ext>
            </a:extLst>
          </p:cNvPr>
          <p:cNvSpPr>
            <a:spLocks noGrp="1"/>
          </p:cNvSpPr>
          <p:nvPr/>
        </p:nvSpPr>
        <p:spPr>
          <a:xfrm>
            <a:off x="8229600" y="40599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265155FD-1B67-46BA-8A5C-C7F34FB3624B}"/>
              </a:ext>
            </a:extLst>
          </p:cNvPr>
          <p:cNvSpPr>
            <a:spLocks noGrp="1"/>
          </p:cNvSpPr>
          <p:nvPr/>
        </p:nvSpPr>
        <p:spPr>
          <a:xfrm>
            <a:off x="8229600" y="405993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  <a:endParaRPr sz="100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1334B945-B756-497C-B547-A226FEEC3DEC}"/>
              </a:ext>
            </a:extLst>
          </p:cNvPr>
          <p:cNvSpPr>
            <a:spLocks noGrp="1"/>
          </p:cNvSpPr>
          <p:nvPr/>
        </p:nvSpPr>
        <p:spPr>
          <a:xfrm>
            <a:off x="8229600" y="4443984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8월 Goal &amp; Plan</a:t>
            </a:r>
            <a:endParaRPr sz="150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0CC5BBFD-7FCD-460B-9056-CBAAAFA6C740}"/>
              </a:ext>
            </a:extLst>
          </p:cNvPr>
          <p:cNvSpPr>
            <a:spLocks noGrp="1"/>
          </p:cNvSpPr>
          <p:nvPr/>
        </p:nvSpPr>
        <p:spPr>
          <a:xfrm>
            <a:off x="8229600" y="484632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핵심 목표 · 실행 전략 · NO ZERO BELL DAYS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43910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7F25CA-5D39-4400-824A-A85EEBAEBB90}"/>
              </a:ext>
            </a:extLst>
          </p:cNvPr>
          <p:cNvSpPr>
            <a:spLocks noGrp="1"/>
          </p:cNvSpPr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팀 세일즈 현황</a:t>
            </a:r>
            <a:endParaRPr sz="1200"/>
          </a:p>
        </p:txBody>
      </p:sp>
      <p:pic>
        <p:nvPicPr>
          <p:cNvPr id="3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8A73250-0C6D-4F65-8164-B1273836EFCA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3</a:t>
            </a:r>
            <a:endParaRPr sz="1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DD8192C-97D4-413F-A825-E24F191EC0DC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sz="28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주차별 팀 세일즈 현황</a:t>
            </a:r>
            <a:endParaRPr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336EA39-90A2-44A7-BB46-A78BF73B3236}"/>
              </a:ext>
            </a:extLst>
          </p:cNvPr>
          <p:cNvSpPr>
            <a:spLocks noGrp="1"/>
          </p:cNvSpPr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5주간 Gross Sales와 누적 Sales 추이 (2026.06.22 – 07.26)</a:t>
            </a:r>
            <a:endParaRPr sz="16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2AB4FE2-1BEA-490F-9A5D-436D57093EE0}"/>
              </a:ext>
            </a:extLst>
          </p:cNvPr>
          <p:cNvSpPr>
            <a:spLocks noGrp="1"/>
          </p:cNvSpPr>
          <p:nvPr/>
        </p:nvSpPr>
        <p:spPr>
          <a:xfrm>
            <a:off x="457200" y="2276856"/>
            <a:ext cx="2633472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2E89AF4-D680-4707-A85B-EAEF47D5A6E4}"/>
              </a:ext>
            </a:extLst>
          </p:cNvPr>
          <p:cNvSpPr>
            <a:spLocks noGrp="1"/>
          </p:cNvSpPr>
          <p:nvPr/>
        </p:nvSpPr>
        <p:spPr>
          <a:xfrm>
            <a:off x="640080" y="2414016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260</a:t>
            </a:r>
            <a:endParaRPr sz="34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07BB3DF-E762-4A8F-B2D5-33FAE3EB7271}"/>
              </a:ext>
            </a:extLst>
          </p:cNvPr>
          <p:cNvSpPr>
            <a:spLocks noGrp="1"/>
          </p:cNvSpPr>
          <p:nvPr/>
        </p:nvSpPr>
        <p:spPr>
          <a:xfrm>
            <a:off x="640080" y="2414016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13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pcs</a:t>
            </a:r>
            <a:endParaRPr sz="13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BC8A2AF-A9ED-4B0F-9284-DFDF9965BD08}"/>
              </a:ext>
            </a:extLst>
          </p:cNvPr>
          <p:cNvSpPr>
            <a:spLocks noGrp="1"/>
          </p:cNvSpPr>
          <p:nvPr/>
        </p:nvSpPr>
        <p:spPr>
          <a:xfrm>
            <a:off x="640080" y="3008376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Gross 세일즈</a:t>
            </a:r>
            <a:endParaRPr sz="11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C8A71E2-023F-4025-9A98-D98F1F2CDF7D}"/>
              </a:ext>
            </a:extLst>
          </p:cNvPr>
          <p:cNvSpPr>
            <a:spLocks noGrp="1"/>
          </p:cNvSpPr>
          <p:nvPr/>
        </p:nvSpPr>
        <p:spPr>
          <a:xfrm>
            <a:off x="3209544" y="2276856"/>
            <a:ext cx="2633472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B56D07B-A481-4A6E-BFF6-303579D5DB70}"/>
              </a:ext>
            </a:extLst>
          </p:cNvPr>
          <p:cNvSpPr>
            <a:spLocks noGrp="1"/>
          </p:cNvSpPr>
          <p:nvPr/>
        </p:nvSpPr>
        <p:spPr>
          <a:xfrm>
            <a:off x="3392424" y="2414016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1.25</a:t>
            </a:r>
            <a:endParaRPr sz="34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3D0EDAD-45D1-4EC1-81A9-B9E82C48E0E6}"/>
              </a:ext>
            </a:extLst>
          </p:cNvPr>
          <p:cNvSpPr>
            <a:spLocks noGrp="1"/>
          </p:cNvSpPr>
          <p:nvPr/>
        </p:nvSpPr>
        <p:spPr>
          <a:xfrm>
            <a:off x="3392424" y="2414016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13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AVG</a:t>
            </a:r>
            <a:endParaRPr sz="13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032BD12-66A9-400B-BCF3-FBBABCA4B497}"/>
              </a:ext>
            </a:extLst>
          </p:cNvPr>
          <p:cNvSpPr>
            <a:spLocks noGrp="1"/>
          </p:cNvSpPr>
          <p:nvPr/>
        </p:nvSpPr>
        <p:spPr>
          <a:xfrm>
            <a:off x="3392424" y="3008376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월간 팀 AVG</a:t>
            </a:r>
            <a:endParaRPr sz="11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56FC7F3-66A9-426B-A3FD-44FD7B3ADF2C}"/>
              </a:ext>
            </a:extLst>
          </p:cNvPr>
          <p:cNvSpPr>
            <a:spLocks noGrp="1"/>
          </p:cNvSpPr>
          <p:nvPr/>
        </p:nvSpPr>
        <p:spPr>
          <a:xfrm>
            <a:off x="5961888" y="2276856"/>
            <a:ext cx="2633472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5EBD2CC-3C8C-403F-901C-4833A244919D}"/>
              </a:ext>
            </a:extLst>
          </p:cNvPr>
          <p:cNvSpPr>
            <a:spLocks noGrp="1"/>
          </p:cNvSpPr>
          <p:nvPr/>
        </p:nvSpPr>
        <p:spPr>
          <a:xfrm>
            <a:off x="6144768" y="2414016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209</a:t>
            </a:r>
            <a:endParaRPr sz="34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B153D89-0F05-4073-A1DA-67672442EB88}"/>
              </a:ext>
            </a:extLst>
          </p:cNvPr>
          <p:cNvSpPr>
            <a:spLocks noGrp="1"/>
          </p:cNvSpPr>
          <p:nvPr/>
        </p:nvSpPr>
        <p:spPr>
          <a:xfrm>
            <a:off x="6144768" y="2414016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r">
              <a:buNone/>
            </a:pPr>
            <a:r>
              <a:rPr sz="1275" b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일</a:t>
            </a:r>
            <a:endParaRPr sz="13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FA6AA5F-1E1C-4FD0-BDD4-5A331A3D978F}"/>
              </a:ext>
            </a:extLst>
          </p:cNvPr>
          <p:cNvSpPr>
            <a:spLocks noGrp="1"/>
          </p:cNvSpPr>
          <p:nvPr/>
        </p:nvSpPr>
        <p:spPr>
          <a:xfrm>
            <a:off x="6144768" y="3008376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총 Field Days</a:t>
            </a:r>
            <a:endParaRPr sz="110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4DB8D30-A14A-4B86-B1A8-B9A691B79309}"/>
              </a:ext>
            </a:extLst>
          </p:cNvPr>
          <p:cNvSpPr>
            <a:spLocks noGrp="1"/>
          </p:cNvSpPr>
          <p:nvPr/>
        </p:nvSpPr>
        <p:spPr>
          <a:xfrm>
            <a:off x="8714232" y="2276856"/>
            <a:ext cx="2633472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E4234E1-D45F-4B38-B480-37B4ACA322C5}"/>
              </a:ext>
            </a:extLst>
          </p:cNvPr>
          <p:cNvSpPr>
            <a:spLocks noGrp="1"/>
          </p:cNvSpPr>
          <p:nvPr/>
        </p:nvSpPr>
        <p:spPr>
          <a:xfrm>
            <a:off x="8897112" y="2414016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196</a:t>
            </a:r>
            <a:endParaRPr sz="34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A17B21F-6FC2-4656-960A-05ECFD2CB7C7}"/>
              </a:ext>
            </a:extLst>
          </p:cNvPr>
          <p:cNvSpPr>
            <a:spLocks noGrp="1"/>
          </p:cNvSpPr>
          <p:nvPr/>
        </p:nvSpPr>
        <p:spPr>
          <a:xfrm>
            <a:off x="8897112" y="2414016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r">
              <a:buNone/>
            </a:pPr>
            <a:r>
              <a:rPr sz="1275" b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pcs</a:t>
            </a:r>
            <a:endParaRPr sz="13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C378876-E127-47EB-844B-859545E25DAC}"/>
              </a:ext>
            </a:extLst>
          </p:cNvPr>
          <p:cNvSpPr>
            <a:spLocks noGrp="1"/>
          </p:cNvSpPr>
          <p:nvPr/>
        </p:nvSpPr>
        <p:spPr>
          <a:xfrm>
            <a:off x="8897112" y="3008376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Net Sales · 리젝·리섭 반영</a:t>
            </a:r>
            <a:endParaRPr sz="11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74AA6E6-8886-4ABF-AAC1-1B0AD9CBFF80}"/>
              </a:ext>
            </a:extLst>
          </p:cNvPr>
          <p:cNvSpPr>
            <a:spLocks noGrp="1"/>
          </p:cNvSpPr>
          <p:nvPr/>
        </p:nvSpPr>
        <p:spPr>
          <a:xfrm>
            <a:off x="457200" y="3703320"/>
            <a:ext cx="548640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9B6DD3DE-780E-428B-A77F-36A8C77AFB68}"/>
              </a:ext>
            </a:extLst>
          </p:cNvPr>
          <p:cNvSpPr>
            <a:spLocks noGrp="1"/>
          </p:cNvSpPr>
          <p:nvPr/>
        </p:nvSpPr>
        <p:spPr>
          <a:xfrm>
            <a:off x="640080" y="38404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주차별 Sales 추이</a:t>
            </a:r>
            <a:endParaRPr sz="140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C0ED3573-7626-4823-B86C-8491B747E326}"/>
              </a:ext>
            </a:extLst>
          </p:cNvPr>
          <p:cNvSpPr>
            <a:spLocks noGrp="1"/>
          </p:cNvSpPr>
          <p:nvPr/>
        </p:nvSpPr>
        <p:spPr>
          <a:xfrm>
            <a:off x="640080" y="5961888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단위: pcs  |  Field H/C 기준 집계</a:t>
            </a:r>
            <a:endParaRPr sz="9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205AC4D4-4A0A-4589-BD36-35BF363F24CD}"/>
              </a:ext>
            </a:extLst>
          </p:cNvPr>
          <p:cNvSpPr>
            <a:spLocks noGrp="1"/>
          </p:cNvSpPr>
          <p:nvPr/>
        </p:nvSpPr>
        <p:spPr>
          <a:xfrm>
            <a:off x="6126480" y="3703320"/>
            <a:ext cx="5605272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8C0B9183-D5F4-4003-9CA5-BBFA1B075969}"/>
              </a:ext>
            </a:extLst>
          </p:cNvPr>
          <p:cNvSpPr>
            <a:spLocks noGrp="1"/>
          </p:cNvSpPr>
          <p:nvPr/>
        </p:nvSpPr>
        <p:spPr>
          <a:xfrm>
            <a:off x="6309360" y="38404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누적 Sales 추이</a:t>
            </a:r>
            <a:endParaRPr sz="140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C9BB921E-ED99-4BF2-AC57-FC887584AC82}"/>
              </a:ext>
            </a:extLst>
          </p:cNvPr>
          <p:cNvSpPr>
            <a:spLocks noGrp="1"/>
          </p:cNvSpPr>
          <p:nvPr/>
        </p:nvSpPr>
        <p:spPr>
          <a:xfrm>
            <a:off x="6309360" y="5961888"/>
            <a:ext cx="52120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75" b="1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W2 이후 32 → 44 → 54 → 58 회복</a:t>
            </a:r>
            <a:endParaRPr sz="900"/>
          </a:p>
        </p:txBody>
      </p:sp>
      <p:graphicFrame>
        <p:nvGraphicFramePr>
          <p:cNvPr id="61" name="Chart"/>
          <p:cNvGraphicFramePr/>
          <p:nvPr/>
        </p:nvGraphicFramePr>
        <p:xfrm>
          <a:off x="548640" y="4160520"/>
          <a:ext cx="53035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2" name="Chart"/>
          <p:cNvGraphicFramePr/>
          <p:nvPr>
            <p:extLst>
              <p:ext uri="{D42A27DB-BD31-4B8C-83A1-F6EECF244321}">
                <p14:modId xmlns:p14="http://schemas.microsoft.com/office/powerpoint/2010/main" val="332205010"/>
              </p:ext>
            </p:extLst>
          </p:nvPr>
        </p:nvGraphicFramePr>
        <p:xfrm>
          <a:off x="6217920" y="4160520"/>
          <a:ext cx="5422392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670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003CBD-89EF-457E-B0E4-2B719DD0CCB8}"/>
              </a:ext>
            </a:extLst>
          </p:cNvPr>
          <p:cNvSpPr>
            <a:spLocks noGrp="1"/>
          </p:cNvSpPr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세일즈 디테일</a:t>
            </a:r>
            <a:endParaRPr sz="1200"/>
          </a:p>
        </p:txBody>
      </p:sp>
      <p:pic>
        <p:nvPicPr>
          <p:cNvPr id="2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2855935-2F0A-44D8-B674-F483D3CA08D3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4</a:t>
            </a:r>
            <a:endParaRPr sz="1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1506361-E5F4-4E19-AD54-D4F3373ED968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sz="28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팀원별 세일즈 성과 상세 · 1 / 2</a:t>
            </a:r>
            <a:endParaRPr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BA77D80-4206-4C02-A721-2B341D3681B8}"/>
              </a:ext>
            </a:extLst>
          </p:cNvPr>
          <p:cNvSpPr>
            <a:spLocks noGrp="1"/>
          </p:cNvSpPr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스프레드시트 순서 · 리젝률=(리젝−리섭)÷월간 세일즈 · 2026년 7월</a:t>
            </a:r>
            <a:endParaRPr sz="16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B3BA0D0-1E7E-4CFA-8D80-04BC4C6D92BD}"/>
              </a:ext>
            </a:extLst>
          </p:cNvPr>
          <p:cNvSpPr>
            <a:spLocks noGrp="1"/>
          </p:cNvSpPr>
          <p:nvPr/>
        </p:nvSpPr>
        <p:spPr>
          <a:xfrm>
            <a:off x="457200" y="2276856"/>
            <a:ext cx="11277295" cy="493776"/>
          </a:xfrm>
          <a:prstGeom prst="roundRect">
            <a:avLst>
              <a:gd name="adj" fmla="val 1851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1399EC1-E191-4FA4-94C2-A6841879986D}"/>
              </a:ext>
            </a:extLst>
          </p:cNvPr>
          <p:cNvSpPr>
            <a:spLocks noGrp="1"/>
          </p:cNvSpPr>
          <p:nvPr/>
        </p:nvSpPr>
        <p:spPr>
          <a:xfrm>
            <a:off x="457200" y="2276856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81EFB7F-3F99-4CC3-8A66-11890EF750D8}"/>
              </a:ext>
            </a:extLst>
          </p:cNvPr>
          <p:cNvSpPr>
            <a:spLocks noGrp="1"/>
          </p:cNvSpPr>
          <p:nvPr/>
        </p:nvSpPr>
        <p:spPr>
          <a:xfrm>
            <a:off x="2029968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4449BBD-040E-491F-9E4D-0E446FECAA88}"/>
              </a:ext>
            </a:extLst>
          </p:cNvPr>
          <p:cNvSpPr>
            <a:spLocks noGrp="1"/>
          </p:cNvSpPr>
          <p:nvPr/>
        </p:nvSpPr>
        <p:spPr>
          <a:xfrm>
            <a:off x="2920796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2C16E05-B456-4E87-A97D-04647FC2878F}"/>
              </a:ext>
            </a:extLst>
          </p:cNvPr>
          <p:cNvSpPr>
            <a:spLocks noGrp="1"/>
          </p:cNvSpPr>
          <p:nvPr/>
        </p:nvSpPr>
        <p:spPr>
          <a:xfrm>
            <a:off x="3811624" y="2276856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A9BA601-04CD-4E1D-9C9E-5CFF1CF415DE}"/>
              </a:ext>
            </a:extLst>
          </p:cNvPr>
          <p:cNvSpPr>
            <a:spLocks noGrp="1"/>
          </p:cNvSpPr>
          <p:nvPr/>
        </p:nvSpPr>
        <p:spPr>
          <a:xfrm>
            <a:off x="5503264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A536720-99CE-46B6-8B49-09ECBC5CC954}"/>
              </a:ext>
            </a:extLst>
          </p:cNvPr>
          <p:cNvSpPr>
            <a:spLocks noGrp="1"/>
          </p:cNvSpPr>
          <p:nvPr/>
        </p:nvSpPr>
        <p:spPr>
          <a:xfrm>
            <a:off x="6394092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A19830C-57CA-40C2-B49B-2BE8CDDC2E6E}"/>
              </a:ext>
            </a:extLst>
          </p:cNvPr>
          <p:cNvSpPr>
            <a:spLocks noGrp="1"/>
          </p:cNvSpPr>
          <p:nvPr/>
        </p:nvSpPr>
        <p:spPr>
          <a:xfrm>
            <a:off x="7284920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598512D-9441-4F7D-A85D-8B91ED084C9E}"/>
              </a:ext>
            </a:extLst>
          </p:cNvPr>
          <p:cNvSpPr>
            <a:spLocks noGrp="1"/>
          </p:cNvSpPr>
          <p:nvPr/>
        </p:nvSpPr>
        <p:spPr>
          <a:xfrm>
            <a:off x="8175748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D0B1B23-2CD7-45F3-8557-D39CC80853DD}"/>
              </a:ext>
            </a:extLst>
          </p:cNvPr>
          <p:cNvSpPr>
            <a:spLocks noGrp="1"/>
          </p:cNvSpPr>
          <p:nvPr/>
        </p:nvSpPr>
        <p:spPr>
          <a:xfrm>
            <a:off x="9066576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B7694FD-16F4-4994-AFE7-BA4C4A984D6F}"/>
              </a:ext>
            </a:extLst>
          </p:cNvPr>
          <p:cNvSpPr>
            <a:spLocks noGrp="1"/>
          </p:cNvSpPr>
          <p:nvPr/>
        </p:nvSpPr>
        <p:spPr>
          <a:xfrm>
            <a:off x="9957404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C29D26B8-C315-4300-89F5-B1C999673EF0}"/>
              </a:ext>
            </a:extLst>
          </p:cNvPr>
          <p:cNvSpPr>
            <a:spLocks noGrp="1"/>
          </p:cNvSpPr>
          <p:nvPr/>
        </p:nvSpPr>
        <p:spPr>
          <a:xfrm>
            <a:off x="457200" y="3264408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B3EF893-9006-4595-B4E6-9EDB8D167BEA}"/>
              </a:ext>
            </a:extLst>
          </p:cNvPr>
          <p:cNvSpPr>
            <a:spLocks noGrp="1"/>
          </p:cNvSpPr>
          <p:nvPr/>
        </p:nvSpPr>
        <p:spPr>
          <a:xfrm>
            <a:off x="457200" y="2770632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2C2BA2B-4884-49DB-ACED-FF5676F16A17}"/>
              </a:ext>
            </a:extLst>
          </p:cNvPr>
          <p:cNvSpPr>
            <a:spLocks noGrp="1"/>
          </p:cNvSpPr>
          <p:nvPr/>
        </p:nvSpPr>
        <p:spPr>
          <a:xfrm>
            <a:off x="2029968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8367AEF-ECCB-4218-A9B2-FB20E6793932}"/>
              </a:ext>
            </a:extLst>
          </p:cNvPr>
          <p:cNvSpPr>
            <a:spLocks noGrp="1"/>
          </p:cNvSpPr>
          <p:nvPr/>
        </p:nvSpPr>
        <p:spPr>
          <a:xfrm>
            <a:off x="2920796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125BA05-3C02-4AC0-B3A1-DF4652443CC1}"/>
              </a:ext>
            </a:extLst>
          </p:cNvPr>
          <p:cNvSpPr>
            <a:spLocks noGrp="1"/>
          </p:cNvSpPr>
          <p:nvPr/>
        </p:nvSpPr>
        <p:spPr>
          <a:xfrm>
            <a:off x="3811624" y="2770632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4A442E4-364F-44C5-9532-6C9D4A652CA2}"/>
              </a:ext>
            </a:extLst>
          </p:cNvPr>
          <p:cNvSpPr>
            <a:spLocks noGrp="1"/>
          </p:cNvSpPr>
          <p:nvPr/>
        </p:nvSpPr>
        <p:spPr>
          <a:xfrm>
            <a:off x="5503264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75E77D9-0F5D-4D7C-91CE-D93F84A28A10}"/>
              </a:ext>
            </a:extLst>
          </p:cNvPr>
          <p:cNvSpPr>
            <a:spLocks noGrp="1"/>
          </p:cNvSpPr>
          <p:nvPr/>
        </p:nvSpPr>
        <p:spPr>
          <a:xfrm>
            <a:off x="6394092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7B56648-2B87-4774-BFC5-23D0473D68B7}"/>
              </a:ext>
            </a:extLst>
          </p:cNvPr>
          <p:cNvSpPr>
            <a:spLocks noGrp="1"/>
          </p:cNvSpPr>
          <p:nvPr/>
        </p:nvSpPr>
        <p:spPr>
          <a:xfrm>
            <a:off x="7284920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5923F36-D22A-482C-ADF9-3DC1093837B9}"/>
              </a:ext>
            </a:extLst>
          </p:cNvPr>
          <p:cNvSpPr>
            <a:spLocks noGrp="1"/>
          </p:cNvSpPr>
          <p:nvPr/>
        </p:nvSpPr>
        <p:spPr>
          <a:xfrm>
            <a:off x="8175748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0228BAD2-1690-4C20-84C8-EB1A80243FAC}"/>
              </a:ext>
            </a:extLst>
          </p:cNvPr>
          <p:cNvSpPr>
            <a:spLocks noGrp="1"/>
          </p:cNvSpPr>
          <p:nvPr/>
        </p:nvSpPr>
        <p:spPr>
          <a:xfrm>
            <a:off x="9066576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E93B2764-7835-4F0C-B793-A2EB0ABD1A85}"/>
              </a:ext>
            </a:extLst>
          </p:cNvPr>
          <p:cNvSpPr>
            <a:spLocks noGrp="1"/>
          </p:cNvSpPr>
          <p:nvPr/>
        </p:nvSpPr>
        <p:spPr>
          <a:xfrm>
            <a:off x="9957404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246E754C-0A82-42F1-A295-3F63941E671A}"/>
              </a:ext>
            </a:extLst>
          </p:cNvPr>
          <p:cNvSpPr>
            <a:spLocks noGrp="1"/>
          </p:cNvSpPr>
          <p:nvPr/>
        </p:nvSpPr>
        <p:spPr>
          <a:xfrm>
            <a:off x="457200" y="3264408"/>
            <a:ext cx="11277295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AF158229-BA4F-46CE-B136-1FAE21546104}"/>
              </a:ext>
            </a:extLst>
          </p:cNvPr>
          <p:cNvSpPr>
            <a:spLocks noGrp="1"/>
          </p:cNvSpPr>
          <p:nvPr/>
        </p:nvSpPr>
        <p:spPr>
          <a:xfrm>
            <a:off x="457200" y="3758184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68D8F9FC-0407-4FB6-951A-0672F03B059C}"/>
              </a:ext>
            </a:extLst>
          </p:cNvPr>
          <p:cNvSpPr>
            <a:spLocks noGrp="1"/>
          </p:cNvSpPr>
          <p:nvPr/>
        </p:nvSpPr>
        <p:spPr>
          <a:xfrm>
            <a:off x="457200" y="3264408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75526C4-BC22-43E0-998B-C38AC9537653}"/>
              </a:ext>
            </a:extLst>
          </p:cNvPr>
          <p:cNvSpPr>
            <a:spLocks noGrp="1"/>
          </p:cNvSpPr>
          <p:nvPr/>
        </p:nvSpPr>
        <p:spPr>
          <a:xfrm>
            <a:off x="2029968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963E799B-369F-4A9F-BD8B-FD16134E34DD}"/>
              </a:ext>
            </a:extLst>
          </p:cNvPr>
          <p:cNvSpPr>
            <a:spLocks noGrp="1"/>
          </p:cNvSpPr>
          <p:nvPr/>
        </p:nvSpPr>
        <p:spPr>
          <a:xfrm>
            <a:off x="2920796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23E0CBBA-C6DD-4255-87CD-8294BBB36DCF}"/>
              </a:ext>
            </a:extLst>
          </p:cNvPr>
          <p:cNvSpPr>
            <a:spLocks noGrp="1"/>
          </p:cNvSpPr>
          <p:nvPr/>
        </p:nvSpPr>
        <p:spPr>
          <a:xfrm>
            <a:off x="3811624" y="3264408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F4302CD4-8178-472C-92AB-C855A82C8C42}"/>
              </a:ext>
            </a:extLst>
          </p:cNvPr>
          <p:cNvSpPr>
            <a:spLocks noGrp="1"/>
          </p:cNvSpPr>
          <p:nvPr/>
        </p:nvSpPr>
        <p:spPr>
          <a:xfrm>
            <a:off x="5503264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7443EC76-780D-4B48-BD87-A147CC8B45A3}"/>
              </a:ext>
            </a:extLst>
          </p:cNvPr>
          <p:cNvSpPr>
            <a:spLocks noGrp="1"/>
          </p:cNvSpPr>
          <p:nvPr/>
        </p:nvSpPr>
        <p:spPr>
          <a:xfrm>
            <a:off x="6394092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329B1FB6-70B3-4D66-ACF8-85CE35B1411B}"/>
              </a:ext>
            </a:extLst>
          </p:cNvPr>
          <p:cNvSpPr>
            <a:spLocks noGrp="1"/>
          </p:cNvSpPr>
          <p:nvPr/>
        </p:nvSpPr>
        <p:spPr>
          <a:xfrm>
            <a:off x="7284920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8E2CE3CC-44FB-4C2D-B7D0-A827387C6EAB}"/>
              </a:ext>
            </a:extLst>
          </p:cNvPr>
          <p:cNvSpPr>
            <a:spLocks noGrp="1"/>
          </p:cNvSpPr>
          <p:nvPr/>
        </p:nvSpPr>
        <p:spPr>
          <a:xfrm>
            <a:off x="8175748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EB5BAF8-F564-4AE8-9286-99A6D84A104C}"/>
              </a:ext>
            </a:extLst>
          </p:cNvPr>
          <p:cNvSpPr>
            <a:spLocks noGrp="1"/>
          </p:cNvSpPr>
          <p:nvPr/>
        </p:nvSpPr>
        <p:spPr>
          <a:xfrm>
            <a:off x="9066576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1947C787-8C2B-4632-9998-BA43F5604BE1}"/>
              </a:ext>
            </a:extLst>
          </p:cNvPr>
          <p:cNvSpPr>
            <a:spLocks noGrp="1"/>
          </p:cNvSpPr>
          <p:nvPr/>
        </p:nvSpPr>
        <p:spPr>
          <a:xfrm>
            <a:off x="9957404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A370FA97-B910-4C98-8048-93AD696A7764}"/>
              </a:ext>
            </a:extLst>
          </p:cNvPr>
          <p:cNvSpPr>
            <a:spLocks noGrp="1"/>
          </p:cNvSpPr>
          <p:nvPr/>
        </p:nvSpPr>
        <p:spPr>
          <a:xfrm>
            <a:off x="457200" y="425196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991EF99F-1ADC-4C2B-985C-37F84F55873F}"/>
              </a:ext>
            </a:extLst>
          </p:cNvPr>
          <p:cNvSpPr>
            <a:spLocks noGrp="1"/>
          </p:cNvSpPr>
          <p:nvPr/>
        </p:nvSpPr>
        <p:spPr>
          <a:xfrm>
            <a:off x="457200" y="3758184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C4886561-447F-4979-AB05-119FB48319E4}"/>
              </a:ext>
            </a:extLst>
          </p:cNvPr>
          <p:cNvSpPr>
            <a:spLocks noGrp="1"/>
          </p:cNvSpPr>
          <p:nvPr/>
        </p:nvSpPr>
        <p:spPr>
          <a:xfrm>
            <a:off x="2029968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94E7F8F5-7F09-4FD9-B11B-D2EAA03B61C5}"/>
              </a:ext>
            </a:extLst>
          </p:cNvPr>
          <p:cNvSpPr>
            <a:spLocks noGrp="1"/>
          </p:cNvSpPr>
          <p:nvPr/>
        </p:nvSpPr>
        <p:spPr>
          <a:xfrm>
            <a:off x="2920796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97927B9F-B9DC-4E17-A183-17B2E03A150A}"/>
              </a:ext>
            </a:extLst>
          </p:cNvPr>
          <p:cNvSpPr>
            <a:spLocks noGrp="1"/>
          </p:cNvSpPr>
          <p:nvPr/>
        </p:nvSpPr>
        <p:spPr>
          <a:xfrm>
            <a:off x="3811624" y="3758184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65B5065F-560A-4AC0-B43B-3632A19D7740}"/>
              </a:ext>
            </a:extLst>
          </p:cNvPr>
          <p:cNvSpPr>
            <a:spLocks noGrp="1"/>
          </p:cNvSpPr>
          <p:nvPr/>
        </p:nvSpPr>
        <p:spPr>
          <a:xfrm>
            <a:off x="5503264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13CE70C5-2D9A-41B2-982D-2102E56E3CE9}"/>
              </a:ext>
            </a:extLst>
          </p:cNvPr>
          <p:cNvSpPr>
            <a:spLocks noGrp="1"/>
          </p:cNvSpPr>
          <p:nvPr/>
        </p:nvSpPr>
        <p:spPr>
          <a:xfrm>
            <a:off x="6394092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2154CD35-DF94-4DE8-A720-925D89CC5BD1}"/>
              </a:ext>
            </a:extLst>
          </p:cNvPr>
          <p:cNvSpPr>
            <a:spLocks noGrp="1"/>
          </p:cNvSpPr>
          <p:nvPr/>
        </p:nvSpPr>
        <p:spPr>
          <a:xfrm>
            <a:off x="7284920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B4CF4E79-DFC0-4637-8236-4071FF7B430D}"/>
              </a:ext>
            </a:extLst>
          </p:cNvPr>
          <p:cNvSpPr>
            <a:spLocks noGrp="1"/>
          </p:cNvSpPr>
          <p:nvPr/>
        </p:nvSpPr>
        <p:spPr>
          <a:xfrm>
            <a:off x="8175748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37653569-5ED7-4FB0-8C06-149E905AC7A8}"/>
              </a:ext>
            </a:extLst>
          </p:cNvPr>
          <p:cNvSpPr>
            <a:spLocks noGrp="1"/>
          </p:cNvSpPr>
          <p:nvPr/>
        </p:nvSpPr>
        <p:spPr>
          <a:xfrm>
            <a:off x="9066576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63461AF0-C552-4960-BE4C-CD222B690D46}"/>
              </a:ext>
            </a:extLst>
          </p:cNvPr>
          <p:cNvSpPr>
            <a:spLocks noGrp="1"/>
          </p:cNvSpPr>
          <p:nvPr/>
        </p:nvSpPr>
        <p:spPr>
          <a:xfrm>
            <a:off x="9957404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614150AD-34E2-4870-A731-CF61280CDE35}"/>
              </a:ext>
            </a:extLst>
          </p:cNvPr>
          <p:cNvSpPr>
            <a:spLocks noGrp="1"/>
          </p:cNvSpPr>
          <p:nvPr/>
        </p:nvSpPr>
        <p:spPr>
          <a:xfrm>
            <a:off x="457200" y="4251960"/>
            <a:ext cx="11277295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00BED1FD-BE8A-4F79-A0C7-AF977CA5BF38}"/>
              </a:ext>
            </a:extLst>
          </p:cNvPr>
          <p:cNvSpPr>
            <a:spLocks noGrp="1"/>
          </p:cNvSpPr>
          <p:nvPr/>
        </p:nvSpPr>
        <p:spPr>
          <a:xfrm>
            <a:off x="457200" y="4745736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831AA7AB-79C5-4A13-BD14-6923E8BA061E}"/>
              </a:ext>
            </a:extLst>
          </p:cNvPr>
          <p:cNvSpPr>
            <a:spLocks noGrp="1"/>
          </p:cNvSpPr>
          <p:nvPr/>
        </p:nvSpPr>
        <p:spPr>
          <a:xfrm>
            <a:off x="457200" y="4251960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0E36FE21-F873-4444-9386-86041028D3FE}"/>
              </a:ext>
            </a:extLst>
          </p:cNvPr>
          <p:cNvSpPr>
            <a:spLocks noGrp="1"/>
          </p:cNvSpPr>
          <p:nvPr/>
        </p:nvSpPr>
        <p:spPr>
          <a:xfrm>
            <a:off x="2029968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B6C6850F-C542-4F05-BD5A-06DE1EAF20E9}"/>
              </a:ext>
            </a:extLst>
          </p:cNvPr>
          <p:cNvSpPr>
            <a:spLocks noGrp="1"/>
          </p:cNvSpPr>
          <p:nvPr/>
        </p:nvSpPr>
        <p:spPr>
          <a:xfrm>
            <a:off x="2920796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79B7E381-60F1-454F-8BA5-5D4EE22E9B4C}"/>
              </a:ext>
            </a:extLst>
          </p:cNvPr>
          <p:cNvSpPr>
            <a:spLocks noGrp="1"/>
          </p:cNvSpPr>
          <p:nvPr/>
        </p:nvSpPr>
        <p:spPr>
          <a:xfrm>
            <a:off x="3811624" y="4251960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57D7B6CC-670B-4CB3-9441-CCF140A86C7E}"/>
              </a:ext>
            </a:extLst>
          </p:cNvPr>
          <p:cNvSpPr>
            <a:spLocks noGrp="1"/>
          </p:cNvSpPr>
          <p:nvPr/>
        </p:nvSpPr>
        <p:spPr>
          <a:xfrm>
            <a:off x="5503264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4A809846-8ABA-4224-81EF-B3608F2D865F}"/>
              </a:ext>
            </a:extLst>
          </p:cNvPr>
          <p:cNvSpPr>
            <a:spLocks noGrp="1"/>
          </p:cNvSpPr>
          <p:nvPr/>
        </p:nvSpPr>
        <p:spPr>
          <a:xfrm>
            <a:off x="6394092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89ADE821-1C92-4344-A5D7-26F07D5F8546}"/>
              </a:ext>
            </a:extLst>
          </p:cNvPr>
          <p:cNvSpPr>
            <a:spLocks noGrp="1"/>
          </p:cNvSpPr>
          <p:nvPr/>
        </p:nvSpPr>
        <p:spPr>
          <a:xfrm>
            <a:off x="7284920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5EBA4AA2-5B90-496F-ABD4-7C6AB4BC7766}"/>
              </a:ext>
            </a:extLst>
          </p:cNvPr>
          <p:cNvSpPr>
            <a:spLocks noGrp="1"/>
          </p:cNvSpPr>
          <p:nvPr/>
        </p:nvSpPr>
        <p:spPr>
          <a:xfrm>
            <a:off x="8175748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C2BB567C-5A21-4208-B3F3-F70AEA0E9756}"/>
              </a:ext>
            </a:extLst>
          </p:cNvPr>
          <p:cNvSpPr>
            <a:spLocks noGrp="1"/>
          </p:cNvSpPr>
          <p:nvPr/>
        </p:nvSpPr>
        <p:spPr>
          <a:xfrm>
            <a:off x="9066576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3" name="Text 60">
            <a:extLst>
              <a:ext uri="{FF2B5EF4-FFF2-40B4-BE49-F238E27FC236}">
                <a16:creationId xmlns:a16="http://schemas.microsoft.com/office/drawing/2014/main" id="{19F1EA7D-592C-4F2A-8EA5-BF78D4512584}"/>
              </a:ext>
            </a:extLst>
          </p:cNvPr>
          <p:cNvSpPr>
            <a:spLocks noGrp="1"/>
          </p:cNvSpPr>
          <p:nvPr/>
        </p:nvSpPr>
        <p:spPr>
          <a:xfrm>
            <a:off x="9957404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FD41B330-9288-4391-B600-8DE1F18A5498}"/>
              </a:ext>
            </a:extLst>
          </p:cNvPr>
          <p:cNvSpPr>
            <a:spLocks noGrp="1"/>
          </p:cNvSpPr>
          <p:nvPr/>
        </p:nvSpPr>
        <p:spPr>
          <a:xfrm>
            <a:off x="457200" y="5239512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93864A63-2B7C-462E-8651-B641636B146F}"/>
              </a:ext>
            </a:extLst>
          </p:cNvPr>
          <p:cNvSpPr>
            <a:spLocks noGrp="1"/>
          </p:cNvSpPr>
          <p:nvPr/>
        </p:nvSpPr>
        <p:spPr>
          <a:xfrm>
            <a:off x="457200" y="4745736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710B11EE-1BBE-467C-8363-AA3F1AFF44CA}"/>
              </a:ext>
            </a:extLst>
          </p:cNvPr>
          <p:cNvSpPr>
            <a:spLocks noGrp="1"/>
          </p:cNvSpPr>
          <p:nvPr/>
        </p:nvSpPr>
        <p:spPr>
          <a:xfrm>
            <a:off x="2029968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7" name="Text 64">
            <a:extLst>
              <a:ext uri="{FF2B5EF4-FFF2-40B4-BE49-F238E27FC236}">
                <a16:creationId xmlns:a16="http://schemas.microsoft.com/office/drawing/2014/main" id="{E770176D-A6F2-45C6-94EE-44008BFD0E5C}"/>
              </a:ext>
            </a:extLst>
          </p:cNvPr>
          <p:cNvSpPr>
            <a:spLocks noGrp="1"/>
          </p:cNvSpPr>
          <p:nvPr/>
        </p:nvSpPr>
        <p:spPr>
          <a:xfrm>
            <a:off x="2920796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8" name="Text 65">
            <a:extLst>
              <a:ext uri="{FF2B5EF4-FFF2-40B4-BE49-F238E27FC236}">
                <a16:creationId xmlns:a16="http://schemas.microsoft.com/office/drawing/2014/main" id="{924DF2FA-ECB1-4234-8B75-E456534D9E4B}"/>
              </a:ext>
            </a:extLst>
          </p:cNvPr>
          <p:cNvSpPr>
            <a:spLocks noGrp="1"/>
          </p:cNvSpPr>
          <p:nvPr/>
        </p:nvSpPr>
        <p:spPr>
          <a:xfrm>
            <a:off x="3811624" y="4745736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E56CA185-5AC7-4760-927D-2A5F08E11E1D}"/>
              </a:ext>
            </a:extLst>
          </p:cNvPr>
          <p:cNvSpPr>
            <a:spLocks noGrp="1"/>
          </p:cNvSpPr>
          <p:nvPr/>
        </p:nvSpPr>
        <p:spPr>
          <a:xfrm>
            <a:off x="5503264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324FD1BD-A3D0-4FA6-B5A1-91497838B59D}"/>
              </a:ext>
            </a:extLst>
          </p:cNvPr>
          <p:cNvSpPr>
            <a:spLocks noGrp="1"/>
          </p:cNvSpPr>
          <p:nvPr/>
        </p:nvSpPr>
        <p:spPr>
          <a:xfrm>
            <a:off x="6394092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1" name="Text 68">
            <a:extLst>
              <a:ext uri="{FF2B5EF4-FFF2-40B4-BE49-F238E27FC236}">
                <a16:creationId xmlns:a16="http://schemas.microsoft.com/office/drawing/2014/main" id="{739FD630-619A-4B7B-B6E2-0C2D88611059}"/>
              </a:ext>
            </a:extLst>
          </p:cNvPr>
          <p:cNvSpPr>
            <a:spLocks noGrp="1"/>
          </p:cNvSpPr>
          <p:nvPr/>
        </p:nvSpPr>
        <p:spPr>
          <a:xfrm>
            <a:off x="7284920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2" name="Text 69">
            <a:extLst>
              <a:ext uri="{FF2B5EF4-FFF2-40B4-BE49-F238E27FC236}">
                <a16:creationId xmlns:a16="http://schemas.microsoft.com/office/drawing/2014/main" id="{4AA973E2-0E7B-465D-BF43-EC3D909F91B8}"/>
              </a:ext>
            </a:extLst>
          </p:cNvPr>
          <p:cNvSpPr>
            <a:spLocks noGrp="1"/>
          </p:cNvSpPr>
          <p:nvPr/>
        </p:nvSpPr>
        <p:spPr>
          <a:xfrm>
            <a:off x="8175748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3" name="Text 70">
            <a:extLst>
              <a:ext uri="{FF2B5EF4-FFF2-40B4-BE49-F238E27FC236}">
                <a16:creationId xmlns:a16="http://schemas.microsoft.com/office/drawing/2014/main" id="{DEBC1ABF-AA69-4ECC-AAFF-DADBEA4CEF10}"/>
              </a:ext>
            </a:extLst>
          </p:cNvPr>
          <p:cNvSpPr>
            <a:spLocks noGrp="1"/>
          </p:cNvSpPr>
          <p:nvPr/>
        </p:nvSpPr>
        <p:spPr>
          <a:xfrm>
            <a:off x="9066576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4" name="Text 71">
            <a:extLst>
              <a:ext uri="{FF2B5EF4-FFF2-40B4-BE49-F238E27FC236}">
                <a16:creationId xmlns:a16="http://schemas.microsoft.com/office/drawing/2014/main" id="{7D200755-CC66-4E09-9BE4-ACD0F1CFDB26}"/>
              </a:ext>
            </a:extLst>
          </p:cNvPr>
          <p:cNvSpPr>
            <a:spLocks noGrp="1"/>
          </p:cNvSpPr>
          <p:nvPr/>
        </p:nvSpPr>
        <p:spPr>
          <a:xfrm>
            <a:off x="9957404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5" name="Shape 72">
            <a:extLst>
              <a:ext uri="{FF2B5EF4-FFF2-40B4-BE49-F238E27FC236}">
                <a16:creationId xmlns:a16="http://schemas.microsoft.com/office/drawing/2014/main" id="{33796C03-1CDF-4587-8184-6BDF23F20F46}"/>
              </a:ext>
            </a:extLst>
          </p:cNvPr>
          <p:cNvSpPr>
            <a:spLocks noGrp="1"/>
          </p:cNvSpPr>
          <p:nvPr/>
        </p:nvSpPr>
        <p:spPr>
          <a:xfrm>
            <a:off x="457200" y="5239512"/>
            <a:ext cx="11277295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3">
            <a:extLst>
              <a:ext uri="{FF2B5EF4-FFF2-40B4-BE49-F238E27FC236}">
                <a16:creationId xmlns:a16="http://schemas.microsoft.com/office/drawing/2014/main" id="{8E18143B-CDEB-4A18-B633-E1DE9D621CB4}"/>
              </a:ext>
            </a:extLst>
          </p:cNvPr>
          <p:cNvSpPr>
            <a:spLocks noGrp="1"/>
          </p:cNvSpPr>
          <p:nvPr/>
        </p:nvSpPr>
        <p:spPr>
          <a:xfrm>
            <a:off x="457200" y="5733288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4">
            <a:extLst>
              <a:ext uri="{FF2B5EF4-FFF2-40B4-BE49-F238E27FC236}">
                <a16:creationId xmlns:a16="http://schemas.microsoft.com/office/drawing/2014/main" id="{80A3A6F2-A793-43F1-9BC3-890930B04413}"/>
              </a:ext>
            </a:extLst>
          </p:cNvPr>
          <p:cNvSpPr>
            <a:spLocks noGrp="1"/>
          </p:cNvSpPr>
          <p:nvPr/>
        </p:nvSpPr>
        <p:spPr>
          <a:xfrm>
            <a:off x="457200" y="5239512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78" name="Text 75">
            <a:extLst>
              <a:ext uri="{FF2B5EF4-FFF2-40B4-BE49-F238E27FC236}">
                <a16:creationId xmlns:a16="http://schemas.microsoft.com/office/drawing/2014/main" id="{0CC1ED76-0394-44F4-A180-52D50F23BBD4}"/>
              </a:ext>
            </a:extLst>
          </p:cNvPr>
          <p:cNvSpPr>
            <a:spLocks noGrp="1"/>
          </p:cNvSpPr>
          <p:nvPr/>
        </p:nvSpPr>
        <p:spPr>
          <a:xfrm>
            <a:off x="2029968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9" name="Text 76">
            <a:extLst>
              <a:ext uri="{FF2B5EF4-FFF2-40B4-BE49-F238E27FC236}">
                <a16:creationId xmlns:a16="http://schemas.microsoft.com/office/drawing/2014/main" id="{33EE6920-9B5F-4D0D-8618-00150FE09B65}"/>
              </a:ext>
            </a:extLst>
          </p:cNvPr>
          <p:cNvSpPr>
            <a:spLocks noGrp="1"/>
          </p:cNvSpPr>
          <p:nvPr/>
        </p:nvSpPr>
        <p:spPr>
          <a:xfrm>
            <a:off x="2920796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0" name="Text 77">
            <a:extLst>
              <a:ext uri="{FF2B5EF4-FFF2-40B4-BE49-F238E27FC236}">
                <a16:creationId xmlns:a16="http://schemas.microsoft.com/office/drawing/2014/main" id="{FA5BC46D-60EC-4839-8019-516F95EBD20F}"/>
              </a:ext>
            </a:extLst>
          </p:cNvPr>
          <p:cNvSpPr>
            <a:spLocks noGrp="1"/>
          </p:cNvSpPr>
          <p:nvPr/>
        </p:nvSpPr>
        <p:spPr>
          <a:xfrm>
            <a:off x="3811624" y="5239512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1" name="Text 78">
            <a:extLst>
              <a:ext uri="{FF2B5EF4-FFF2-40B4-BE49-F238E27FC236}">
                <a16:creationId xmlns:a16="http://schemas.microsoft.com/office/drawing/2014/main" id="{64E1B145-0F25-4C22-A05D-FE5C130AA1BC}"/>
              </a:ext>
            </a:extLst>
          </p:cNvPr>
          <p:cNvSpPr>
            <a:spLocks noGrp="1"/>
          </p:cNvSpPr>
          <p:nvPr/>
        </p:nvSpPr>
        <p:spPr>
          <a:xfrm>
            <a:off x="5503264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2" name="Text 79">
            <a:extLst>
              <a:ext uri="{FF2B5EF4-FFF2-40B4-BE49-F238E27FC236}">
                <a16:creationId xmlns:a16="http://schemas.microsoft.com/office/drawing/2014/main" id="{DB42EEC7-1D5E-470D-9E13-7BFCAC49362E}"/>
              </a:ext>
            </a:extLst>
          </p:cNvPr>
          <p:cNvSpPr>
            <a:spLocks noGrp="1"/>
          </p:cNvSpPr>
          <p:nvPr/>
        </p:nvSpPr>
        <p:spPr>
          <a:xfrm>
            <a:off x="6394092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3" name="Text 80">
            <a:extLst>
              <a:ext uri="{FF2B5EF4-FFF2-40B4-BE49-F238E27FC236}">
                <a16:creationId xmlns:a16="http://schemas.microsoft.com/office/drawing/2014/main" id="{1A2F88DD-7030-4314-A314-A504AACC192A}"/>
              </a:ext>
            </a:extLst>
          </p:cNvPr>
          <p:cNvSpPr>
            <a:spLocks noGrp="1"/>
          </p:cNvSpPr>
          <p:nvPr/>
        </p:nvSpPr>
        <p:spPr>
          <a:xfrm>
            <a:off x="7284920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4" name="Text 81">
            <a:extLst>
              <a:ext uri="{FF2B5EF4-FFF2-40B4-BE49-F238E27FC236}">
                <a16:creationId xmlns:a16="http://schemas.microsoft.com/office/drawing/2014/main" id="{A5AA5836-E464-484B-A4B1-87AD1C5F6D26}"/>
              </a:ext>
            </a:extLst>
          </p:cNvPr>
          <p:cNvSpPr>
            <a:spLocks noGrp="1"/>
          </p:cNvSpPr>
          <p:nvPr/>
        </p:nvSpPr>
        <p:spPr>
          <a:xfrm>
            <a:off x="8175748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5" name="Text 82">
            <a:extLst>
              <a:ext uri="{FF2B5EF4-FFF2-40B4-BE49-F238E27FC236}">
                <a16:creationId xmlns:a16="http://schemas.microsoft.com/office/drawing/2014/main" id="{3CF9771A-4BF8-4EC3-BA96-E45C75FD98A5}"/>
              </a:ext>
            </a:extLst>
          </p:cNvPr>
          <p:cNvSpPr>
            <a:spLocks noGrp="1"/>
          </p:cNvSpPr>
          <p:nvPr/>
        </p:nvSpPr>
        <p:spPr>
          <a:xfrm>
            <a:off x="9066576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6" name="Text 83">
            <a:extLst>
              <a:ext uri="{FF2B5EF4-FFF2-40B4-BE49-F238E27FC236}">
                <a16:creationId xmlns:a16="http://schemas.microsoft.com/office/drawing/2014/main" id="{86D11311-0BD1-4590-8050-9F490382150D}"/>
              </a:ext>
            </a:extLst>
          </p:cNvPr>
          <p:cNvSpPr>
            <a:spLocks noGrp="1"/>
          </p:cNvSpPr>
          <p:nvPr/>
        </p:nvSpPr>
        <p:spPr>
          <a:xfrm>
            <a:off x="9957404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7" name="Shape 84">
            <a:extLst>
              <a:ext uri="{FF2B5EF4-FFF2-40B4-BE49-F238E27FC236}">
                <a16:creationId xmlns:a16="http://schemas.microsoft.com/office/drawing/2014/main" id="{CBB8B6A9-C524-4B29-B509-DB629079F008}"/>
              </a:ext>
            </a:extLst>
          </p:cNvPr>
          <p:cNvSpPr>
            <a:spLocks noGrp="1"/>
          </p:cNvSpPr>
          <p:nvPr/>
        </p:nvSpPr>
        <p:spPr>
          <a:xfrm>
            <a:off x="457200" y="6227064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5">
            <a:extLst>
              <a:ext uri="{FF2B5EF4-FFF2-40B4-BE49-F238E27FC236}">
                <a16:creationId xmlns:a16="http://schemas.microsoft.com/office/drawing/2014/main" id="{1748C208-A059-493B-95D8-69B8C1C4016F}"/>
              </a:ext>
            </a:extLst>
          </p:cNvPr>
          <p:cNvSpPr>
            <a:spLocks noGrp="1"/>
          </p:cNvSpPr>
          <p:nvPr/>
        </p:nvSpPr>
        <p:spPr>
          <a:xfrm>
            <a:off x="457200" y="5733288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89" name="Text 86">
            <a:extLst>
              <a:ext uri="{FF2B5EF4-FFF2-40B4-BE49-F238E27FC236}">
                <a16:creationId xmlns:a16="http://schemas.microsoft.com/office/drawing/2014/main" id="{A8222595-B281-4A0A-9BB5-D963A40274AD}"/>
              </a:ext>
            </a:extLst>
          </p:cNvPr>
          <p:cNvSpPr>
            <a:spLocks noGrp="1"/>
          </p:cNvSpPr>
          <p:nvPr/>
        </p:nvSpPr>
        <p:spPr>
          <a:xfrm>
            <a:off x="2029968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0" name="Text 87">
            <a:extLst>
              <a:ext uri="{FF2B5EF4-FFF2-40B4-BE49-F238E27FC236}">
                <a16:creationId xmlns:a16="http://schemas.microsoft.com/office/drawing/2014/main" id="{8E2AA804-3218-477E-8C15-5FA246DF0211}"/>
              </a:ext>
            </a:extLst>
          </p:cNvPr>
          <p:cNvSpPr>
            <a:spLocks noGrp="1"/>
          </p:cNvSpPr>
          <p:nvPr/>
        </p:nvSpPr>
        <p:spPr>
          <a:xfrm>
            <a:off x="2920796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1" name="Text 88">
            <a:extLst>
              <a:ext uri="{FF2B5EF4-FFF2-40B4-BE49-F238E27FC236}">
                <a16:creationId xmlns:a16="http://schemas.microsoft.com/office/drawing/2014/main" id="{B427913A-A270-4F26-BC71-5A1B24A93833}"/>
              </a:ext>
            </a:extLst>
          </p:cNvPr>
          <p:cNvSpPr>
            <a:spLocks noGrp="1"/>
          </p:cNvSpPr>
          <p:nvPr/>
        </p:nvSpPr>
        <p:spPr>
          <a:xfrm>
            <a:off x="3811624" y="5733288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2" name="Text 89">
            <a:extLst>
              <a:ext uri="{FF2B5EF4-FFF2-40B4-BE49-F238E27FC236}">
                <a16:creationId xmlns:a16="http://schemas.microsoft.com/office/drawing/2014/main" id="{B4112645-5498-4BEF-A01F-341862CF906C}"/>
              </a:ext>
            </a:extLst>
          </p:cNvPr>
          <p:cNvSpPr>
            <a:spLocks noGrp="1"/>
          </p:cNvSpPr>
          <p:nvPr/>
        </p:nvSpPr>
        <p:spPr>
          <a:xfrm>
            <a:off x="5503264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3" name="Text 90">
            <a:extLst>
              <a:ext uri="{FF2B5EF4-FFF2-40B4-BE49-F238E27FC236}">
                <a16:creationId xmlns:a16="http://schemas.microsoft.com/office/drawing/2014/main" id="{DE1D044C-AA1C-4AAD-8388-F81F65E9EFD6}"/>
              </a:ext>
            </a:extLst>
          </p:cNvPr>
          <p:cNvSpPr>
            <a:spLocks noGrp="1"/>
          </p:cNvSpPr>
          <p:nvPr/>
        </p:nvSpPr>
        <p:spPr>
          <a:xfrm>
            <a:off x="6394092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4" name="Text 91">
            <a:extLst>
              <a:ext uri="{FF2B5EF4-FFF2-40B4-BE49-F238E27FC236}">
                <a16:creationId xmlns:a16="http://schemas.microsoft.com/office/drawing/2014/main" id="{3FCCA37B-A892-41C2-B4B8-26D4EA177943}"/>
              </a:ext>
            </a:extLst>
          </p:cNvPr>
          <p:cNvSpPr>
            <a:spLocks noGrp="1"/>
          </p:cNvSpPr>
          <p:nvPr/>
        </p:nvSpPr>
        <p:spPr>
          <a:xfrm>
            <a:off x="7284920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5" name="Text 92">
            <a:extLst>
              <a:ext uri="{FF2B5EF4-FFF2-40B4-BE49-F238E27FC236}">
                <a16:creationId xmlns:a16="http://schemas.microsoft.com/office/drawing/2014/main" id="{A1DAA120-16A2-4B7A-9095-7CD946F94E2B}"/>
              </a:ext>
            </a:extLst>
          </p:cNvPr>
          <p:cNvSpPr>
            <a:spLocks noGrp="1"/>
          </p:cNvSpPr>
          <p:nvPr/>
        </p:nvSpPr>
        <p:spPr>
          <a:xfrm>
            <a:off x="8175748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6" name="Text 93">
            <a:extLst>
              <a:ext uri="{FF2B5EF4-FFF2-40B4-BE49-F238E27FC236}">
                <a16:creationId xmlns:a16="http://schemas.microsoft.com/office/drawing/2014/main" id="{B0AB3D7D-D96D-4E19-9DA0-8CE404A6CFF9}"/>
              </a:ext>
            </a:extLst>
          </p:cNvPr>
          <p:cNvSpPr>
            <a:spLocks noGrp="1"/>
          </p:cNvSpPr>
          <p:nvPr/>
        </p:nvSpPr>
        <p:spPr>
          <a:xfrm>
            <a:off x="9066576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7" name="Text 94">
            <a:extLst>
              <a:ext uri="{FF2B5EF4-FFF2-40B4-BE49-F238E27FC236}">
                <a16:creationId xmlns:a16="http://schemas.microsoft.com/office/drawing/2014/main" id="{75D7D3C8-4D1E-4DDF-9CFA-3B9186E49BCB}"/>
              </a:ext>
            </a:extLst>
          </p:cNvPr>
          <p:cNvSpPr>
            <a:spLocks noGrp="1"/>
          </p:cNvSpPr>
          <p:nvPr/>
        </p:nvSpPr>
        <p:spPr>
          <a:xfrm>
            <a:off x="9957404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8" name="Shape 95">
            <a:extLst>
              <a:ext uri="{FF2B5EF4-FFF2-40B4-BE49-F238E27FC236}">
                <a16:creationId xmlns:a16="http://schemas.microsoft.com/office/drawing/2014/main" id="{F5B658A8-59DD-4145-801C-CF7A08F0434B}"/>
              </a:ext>
            </a:extLst>
          </p:cNvPr>
          <p:cNvSpPr>
            <a:spLocks noGrp="1"/>
          </p:cNvSpPr>
          <p:nvPr/>
        </p:nvSpPr>
        <p:spPr>
          <a:xfrm>
            <a:off x="457200" y="6227064"/>
            <a:ext cx="11277295" cy="493776"/>
          </a:xfrm>
          <a:prstGeom prst="roundRect">
            <a:avLst>
              <a:gd name="adj" fmla="val 14815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Text 96">
            <a:extLst>
              <a:ext uri="{FF2B5EF4-FFF2-40B4-BE49-F238E27FC236}">
                <a16:creationId xmlns:a16="http://schemas.microsoft.com/office/drawing/2014/main" id="{D13909CA-07C3-49F9-828F-9E213B4C9BE7}"/>
              </a:ext>
            </a:extLst>
          </p:cNvPr>
          <p:cNvSpPr>
            <a:spLocks noGrp="1"/>
          </p:cNvSpPr>
          <p:nvPr/>
        </p:nvSpPr>
        <p:spPr>
          <a:xfrm>
            <a:off x="457200" y="6227064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100" name="Text 97">
            <a:extLst>
              <a:ext uri="{FF2B5EF4-FFF2-40B4-BE49-F238E27FC236}">
                <a16:creationId xmlns:a16="http://schemas.microsoft.com/office/drawing/2014/main" id="{2CE5D9F4-0F46-4773-A121-0CDD8125D5E1}"/>
              </a:ext>
            </a:extLst>
          </p:cNvPr>
          <p:cNvSpPr>
            <a:spLocks noGrp="1"/>
          </p:cNvSpPr>
          <p:nvPr/>
        </p:nvSpPr>
        <p:spPr>
          <a:xfrm>
            <a:off x="2029968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1" name="Text 98">
            <a:extLst>
              <a:ext uri="{FF2B5EF4-FFF2-40B4-BE49-F238E27FC236}">
                <a16:creationId xmlns:a16="http://schemas.microsoft.com/office/drawing/2014/main" id="{85820956-FA45-493A-BAB0-8F77A1F70D41}"/>
              </a:ext>
            </a:extLst>
          </p:cNvPr>
          <p:cNvSpPr>
            <a:spLocks noGrp="1"/>
          </p:cNvSpPr>
          <p:nvPr/>
        </p:nvSpPr>
        <p:spPr>
          <a:xfrm>
            <a:off x="2920796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2" name="Text 99">
            <a:extLst>
              <a:ext uri="{FF2B5EF4-FFF2-40B4-BE49-F238E27FC236}">
                <a16:creationId xmlns:a16="http://schemas.microsoft.com/office/drawing/2014/main" id="{A23FD449-2DBC-419E-A162-E6AEE8806101}"/>
              </a:ext>
            </a:extLst>
          </p:cNvPr>
          <p:cNvSpPr>
            <a:spLocks noGrp="1"/>
          </p:cNvSpPr>
          <p:nvPr/>
        </p:nvSpPr>
        <p:spPr>
          <a:xfrm>
            <a:off x="3811624" y="6227064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3" name="Text 100">
            <a:extLst>
              <a:ext uri="{FF2B5EF4-FFF2-40B4-BE49-F238E27FC236}">
                <a16:creationId xmlns:a16="http://schemas.microsoft.com/office/drawing/2014/main" id="{698BDADD-C8B3-49D2-A96A-2D51F66E2EDB}"/>
              </a:ext>
            </a:extLst>
          </p:cNvPr>
          <p:cNvSpPr>
            <a:spLocks noGrp="1"/>
          </p:cNvSpPr>
          <p:nvPr/>
        </p:nvSpPr>
        <p:spPr>
          <a:xfrm>
            <a:off x="5503264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4" name="Text 101">
            <a:extLst>
              <a:ext uri="{FF2B5EF4-FFF2-40B4-BE49-F238E27FC236}">
                <a16:creationId xmlns:a16="http://schemas.microsoft.com/office/drawing/2014/main" id="{2347454F-162B-4611-8805-2F379386823D}"/>
              </a:ext>
            </a:extLst>
          </p:cNvPr>
          <p:cNvSpPr>
            <a:spLocks noGrp="1"/>
          </p:cNvSpPr>
          <p:nvPr/>
        </p:nvSpPr>
        <p:spPr>
          <a:xfrm>
            <a:off x="6394092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5" name="Text 102">
            <a:extLst>
              <a:ext uri="{FF2B5EF4-FFF2-40B4-BE49-F238E27FC236}">
                <a16:creationId xmlns:a16="http://schemas.microsoft.com/office/drawing/2014/main" id="{9B3AC160-A1F7-4118-B750-8F485E8E9391}"/>
              </a:ext>
            </a:extLst>
          </p:cNvPr>
          <p:cNvSpPr>
            <a:spLocks noGrp="1"/>
          </p:cNvSpPr>
          <p:nvPr/>
        </p:nvSpPr>
        <p:spPr>
          <a:xfrm>
            <a:off x="7284920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6" name="Text 103">
            <a:extLst>
              <a:ext uri="{FF2B5EF4-FFF2-40B4-BE49-F238E27FC236}">
                <a16:creationId xmlns:a16="http://schemas.microsoft.com/office/drawing/2014/main" id="{A583605E-2BC2-46AC-9D64-D5789A17566B}"/>
              </a:ext>
            </a:extLst>
          </p:cNvPr>
          <p:cNvSpPr>
            <a:spLocks noGrp="1"/>
          </p:cNvSpPr>
          <p:nvPr/>
        </p:nvSpPr>
        <p:spPr>
          <a:xfrm>
            <a:off x="8175748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7" name="Text 104">
            <a:extLst>
              <a:ext uri="{FF2B5EF4-FFF2-40B4-BE49-F238E27FC236}">
                <a16:creationId xmlns:a16="http://schemas.microsoft.com/office/drawing/2014/main" id="{F5E6677C-E2B9-4FCF-910E-41D6EBCAEDFC}"/>
              </a:ext>
            </a:extLst>
          </p:cNvPr>
          <p:cNvSpPr>
            <a:spLocks noGrp="1"/>
          </p:cNvSpPr>
          <p:nvPr/>
        </p:nvSpPr>
        <p:spPr>
          <a:xfrm>
            <a:off x="9066576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8" name="Text 105">
            <a:extLst>
              <a:ext uri="{FF2B5EF4-FFF2-40B4-BE49-F238E27FC236}">
                <a16:creationId xmlns:a16="http://schemas.microsoft.com/office/drawing/2014/main" id="{3193896B-186D-41A3-B226-0FC70F760CA8}"/>
              </a:ext>
            </a:extLst>
          </p:cNvPr>
          <p:cNvSpPr>
            <a:spLocks noGrp="1"/>
          </p:cNvSpPr>
          <p:nvPr/>
        </p:nvSpPr>
        <p:spPr>
          <a:xfrm>
            <a:off x="9957404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9" name="Text 106">
            <a:extLst>
              <a:ext uri="{FF2B5EF4-FFF2-40B4-BE49-F238E27FC236}">
                <a16:creationId xmlns:a16="http://schemas.microsoft.com/office/drawing/2014/main" id="{7A9A1BE5-D355-4008-B4C1-1D21F36F63EF}"/>
              </a:ext>
            </a:extLst>
          </p:cNvPr>
          <p:cNvSpPr>
            <a:spLocks noGrp="1"/>
          </p:cNvSpPr>
          <p:nvPr/>
        </p:nvSpPr>
        <p:spPr>
          <a:xfrm>
            <a:off x="457200" y="6775704"/>
            <a:ext cx="11277295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endParaRPr sz="900"/>
          </a:p>
        </p:txBody>
      </p:sp>
      <p:sp>
        <p:nvSpPr>
          <p:cNvPr id="110" name="Text 14">
            <a:extLst>
              <a:ext uri="{FF2B5EF4-FFF2-40B4-BE49-F238E27FC236}">
                <a16:creationId xmlns:a16="http://schemas.microsoft.com/office/drawing/2014/main" id="{6B7882EA-C3F1-4EC0-ACCB-D5B8C2550FFB}"/>
              </a:ext>
            </a:extLst>
          </p:cNvPr>
          <p:cNvSpPr>
            <a:spLocks noGrp="1"/>
          </p:cNvSpPr>
          <p:nvPr/>
        </p:nvSpPr>
        <p:spPr>
          <a:xfrm>
            <a:off x="10848232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1" name="Text 25">
            <a:extLst>
              <a:ext uri="{FF2B5EF4-FFF2-40B4-BE49-F238E27FC236}">
                <a16:creationId xmlns:a16="http://schemas.microsoft.com/office/drawing/2014/main" id="{FC353349-FBE7-4D0F-9770-57D8CDD26AED}"/>
              </a:ext>
            </a:extLst>
          </p:cNvPr>
          <p:cNvSpPr>
            <a:spLocks noGrp="1"/>
          </p:cNvSpPr>
          <p:nvPr/>
        </p:nvSpPr>
        <p:spPr>
          <a:xfrm>
            <a:off x="10848232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2" name="Text 37">
            <a:extLst>
              <a:ext uri="{FF2B5EF4-FFF2-40B4-BE49-F238E27FC236}">
                <a16:creationId xmlns:a16="http://schemas.microsoft.com/office/drawing/2014/main" id="{D13C36D3-BC26-455C-B88A-808F2F3EB9DE}"/>
              </a:ext>
            </a:extLst>
          </p:cNvPr>
          <p:cNvSpPr>
            <a:spLocks noGrp="1"/>
          </p:cNvSpPr>
          <p:nvPr/>
        </p:nvSpPr>
        <p:spPr>
          <a:xfrm>
            <a:off x="10848232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3" name="Text 48">
            <a:extLst>
              <a:ext uri="{FF2B5EF4-FFF2-40B4-BE49-F238E27FC236}">
                <a16:creationId xmlns:a16="http://schemas.microsoft.com/office/drawing/2014/main" id="{BDB2EADF-CADE-4664-AFD8-938A46C217E3}"/>
              </a:ext>
            </a:extLst>
          </p:cNvPr>
          <p:cNvSpPr>
            <a:spLocks noGrp="1"/>
          </p:cNvSpPr>
          <p:nvPr/>
        </p:nvSpPr>
        <p:spPr>
          <a:xfrm>
            <a:off x="10848232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4" name="Text 60">
            <a:extLst>
              <a:ext uri="{FF2B5EF4-FFF2-40B4-BE49-F238E27FC236}">
                <a16:creationId xmlns:a16="http://schemas.microsoft.com/office/drawing/2014/main" id="{4A40AF6E-855E-4FFB-BD86-CABC710F6561}"/>
              </a:ext>
            </a:extLst>
          </p:cNvPr>
          <p:cNvSpPr>
            <a:spLocks noGrp="1"/>
          </p:cNvSpPr>
          <p:nvPr/>
        </p:nvSpPr>
        <p:spPr>
          <a:xfrm>
            <a:off x="10848232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5" name="Text 71">
            <a:extLst>
              <a:ext uri="{FF2B5EF4-FFF2-40B4-BE49-F238E27FC236}">
                <a16:creationId xmlns:a16="http://schemas.microsoft.com/office/drawing/2014/main" id="{1A7CD961-D3ED-4B30-BBAF-FFCEE92D4DE8}"/>
              </a:ext>
            </a:extLst>
          </p:cNvPr>
          <p:cNvSpPr>
            <a:spLocks noGrp="1"/>
          </p:cNvSpPr>
          <p:nvPr/>
        </p:nvSpPr>
        <p:spPr>
          <a:xfrm>
            <a:off x="10848232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6" name="Text 83">
            <a:extLst>
              <a:ext uri="{FF2B5EF4-FFF2-40B4-BE49-F238E27FC236}">
                <a16:creationId xmlns:a16="http://schemas.microsoft.com/office/drawing/2014/main" id="{D91F0FE5-EB51-43E3-A82D-583EDF35B46E}"/>
              </a:ext>
            </a:extLst>
          </p:cNvPr>
          <p:cNvSpPr>
            <a:spLocks noGrp="1"/>
          </p:cNvSpPr>
          <p:nvPr/>
        </p:nvSpPr>
        <p:spPr>
          <a:xfrm>
            <a:off x="10848232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7" name="Text 94">
            <a:extLst>
              <a:ext uri="{FF2B5EF4-FFF2-40B4-BE49-F238E27FC236}">
                <a16:creationId xmlns:a16="http://schemas.microsoft.com/office/drawing/2014/main" id="{05506E08-F1B8-41F2-A670-D0A64B0DAD35}"/>
              </a:ext>
            </a:extLst>
          </p:cNvPr>
          <p:cNvSpPr>
            <a:spLocks noGrp="1"/>
          </p:cNvSpPr>
          <p:nvPr/>
        </p:nvSpPr>
        <p:spPr>
          <a:xfrm>
            <a:off x="10848232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8" name="Text 105">
            <a:extLst>
              <a:ext uri="{FF2B5EF4-FFF2-40B4-BE49-F238E27FC236}">
                <a16:creationId xmlns:a16="http://schemas.microsoft.com/office/drawing/2014/main" id="{844E4DB1-A375-4364-956C-F2B6531BD072}"/>
              </a:ext>
            </a:extLst>
          </p:cNvPr>
          <p:cNvSpPr>
            <a:spLocks noGrp="1"/>
          </p:cNvSpPr>
          <p:nvPr/>
        </p:nvSpPr>
        <p:spPr>
          <a:xfrm>
            <a:off x="10848232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E7A861B7-4C22-4249-9F1C-AD0C7A3EF3ED}"/>
              </a:ext>
            </a:extLst>
          </p:cNvPr>
          <p:cNvSpPr>
            <a:spLocks noGrp="1"/>
          </p:cNvSpPr>
          <p:nvPr/>
        </p:nvSpPr>
        <p:spPr>
          <a:xfrm>
            <a:off x="457200" y="2276475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팀원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448E612-7514-44FC-8913-002770E7E6A5}"/>
              </a:ext>
            </a:extLst>
          </p:cNvPr>
          <p:cNvSpPr>
            <a:spLocks noGrp="1"/>
          </p:cNvSpPr>
          <p:nvPr/>
        </p:nvSpPr>
        <p:spPr>
          <a:xfrm>
            <a:off x="1866900" y="2276475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필드일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D2F8421E-6155-468B-B938-D75943DCE3D9}"/>
              </a:ext>
            </a:extLst>
          </p:cNvPr>
          <p:cNvSpPr>
            <a:spLocks noGrp="1"/>
          </p:cNvSpPr>
          <p:nvPr/>
        </p:nvSpPr>
        <p:spPr>
          <a:xfrm>
            <a:off x="2647950" y="22764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세일즈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6CBE099B-218F-4B47-A63F-BFD73B0E9D3E}"/>
              </a:ext>
            </a:extLst>
          </p:cNvPr>
          <p:cNvSpPr>
            <a:spLocks noGrp="1"/>
          </p:cNvSpPr>
          <p:nvPr/>
        </p:nvSpPr>
        <p:spPr>
          <a:xfrm>
            <a:off x="3390900" y="2276475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인컴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71CA4235-2111-43C0-9EC7-85F5F411164E}"/>
              </a:ext>
            </a:extLst>
          </p:cNvPr>
          <p:cNvSpPr>
            <a:spLocks noGrp="1"/>
          </p:cNvSpPr>
          <p:nvPr/>
        </p:nvSpPr>
        <p:spPr>
          <a:xfrm>
            <a:off x="4933950" y="22764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리젝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B78DAE9-EC43-4AAC-9276-8712EC40BA7B}"/>
              </a:ext>
            </a:extLst>
          </p:cNvPr>
          <p:cNvSpPr>
            <a:spLocks noGrp="1"/>
          </p:cNvSpPr>
          <p:nvPr/>
        </p:nvSpPr>
        <p:spPr>
          <a:xfrm>
            <a:off x="5676900" y="22764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리섭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3E334B0-60DD-43CB-A7B2-6751A9373566}"/>
              </a:ext>
            </a:extLst>
          </p:cNvPr>
          <p:cNvSpPr>
            <a:spLocks noGrp="1"/>
          </p:cNvSpPr>
          <p:nvPr/>
        </p:nvSpPr>
        <p:spPr>
          <a:xfrm>
            <a:off x="6419850" y="2276475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리젝률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1D7D12C1-3401-4268-9EDA-322406A4F74B}"/>
              </a:ext>
            </a:extLst>
          </p:cNvPr>
          <p:cNvSpPr>
            <a:spLocks noGrp="1"/>
          </p:cNvSpPr>
          <p:nvPr/>
        </p:nvSpPr>
        <p:spPr>
          <a:xfrm>
            <a:off x="7258050" y="22764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W1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15E6B34F-8BDC-4F6D-A59A-358B08B60123}"/>
              </a:ext>
            </a:extLst>
          </p:cNvPr>
          <p:cNvSpPr>
            <a:spLocks noGrp="1"/>
          </p:cNvSpPr>
          <p:nvPr/>
        </p:nvSpPr>
        <p:spPr>
          <a:xfrm>
            <a:off x="8124825" y="22764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W2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E7524C0D-E03E-4FEB-A38E-4872EC94BE30}"/>
              </a:ext>
            </a:extLst>
          </p:cNvPr>
          <p:cNvSpPr>
            <a:spLocks noGrp="1"/>
          </p:cNvSpPr>
          <p:nvPr/>
        </p:nvSpPr>
        <p:spPr>
          <a:xfrm>
            <a:off x="8991600" y="22764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W3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4D027CBD-7519-42BE-8C7A-A265098F64FC}"/>
              </a:ext>
            </a:extLst>
          </p:cNvPr>
          <p:cNvSpPr>
            <a:spLocks noGrp="1"/>
          </p:cNvSpPr>
          <p:nvPr/>
        </p:nvSpPr>
        <p:spPr>
          <a:xfrm>
            <a:off x="9858375" y="22764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W4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062723E8-E5C4-48FE-9C2A-51AAF4196B02}"/>
              </a:ext>
            </a:extLst>
          </p:cNvPr>
          <p:cNvSpPr>
            <a:spLocks noGrp="1"/>
          </p:cNvSpPr>
          <p:nvPr/>
        </p:nvSpPr>
        <p:spPr>
          <a:xfrm>
            <a:off x="10725150" y="22764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W5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E92438BB-BD78-440A-BA94-11587DD8140A}"/>
              </a:ext>
            </a:extLst>
          </p:cNvPr>
          <p:cNvSpPr>
            <a:spLocks noGrp="1"/>
          </p:cNvSpPr>
          <p:nvPr/>
        </p:nvSpPr>
        <p:spPr>
          <a:xfrm>
            <a:off x="457200" y="2771775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임재영 AOP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CB9293B4-D21E-4736-AA52-816D836396BA}"/>
              </a:ext>
            </a:extLst>
          </p:cNvPr>
          <p:cNvSpPr>
            <a:spLocks noGrp="1"/>
          </p:cNvSpPr>
          <p:nvPr/>
        </p:nvSpPr>
        <p:spPr>
          <a:xfrm>
            <a:off x="1866900" y="2771775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15일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26617249-A78E-4C54-967A-9B2A403CCCE6}"/>
              </a:ext>
            </a:extLst>
          </p:cNvPr>
          <p:cNvSpPr>
            <a:spLocks noGrp="1"/>
          </p:cNvSpPr>
          <p:nvPr/>
        </p:nvSpPr>
        <p:spPr>
          <a:xfrm>
            <a:off x="2647950" y="27717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61697EF8-C0F0-457D-AA53-17742335DB12}"/>
              </a:ext>
            </a:extLst>
          </p:cNvPr>
          <p:cNvSpPr>
            <a:spLocks noGrp="1"/>
          </p:cNvSpPr>
          <p:nvPr/>
        </p:nvSpPr>
        <p:spPr>
          <a:xfrm>
            <a:off x="3390900" y="2771775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₩1,485,008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9746D4CB-931A-4D81-9F3A-A72047FDB27A}"/>
              </a:ext>
            </a:extLst>
          </p:cNvPr>
          <p:cNvSpPr>
            <a:spLocks noGrp="1"/>
          </p:cNvSpPr>
          <p:nvPr/>
        </p:nvSpPr>
        <p:spPr>
          <a:xfrm>
            <a:off x="4933950" y="27717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2CBF6252-37F4-49B5-8DDF-D5124131EAF4}"/>
              </a:ext>
            </a:extLst>
          </p:cNvPr>
          <p:cNvSpPr>
            <a:spLocks noGrp="1"/>
          </p:cNvSpPr>
          <p:nvPr/>
        </p:nvSpPr>
        <p:spPr>
          <a:xfrm>
            <a:off x="5676900" y="27717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3695B984-8298-4A2C-B597-8F825162D12D}"/>
              </a:ext>
            </a:extLst>
          </p:cNvPr>
          <p:cNvSpPr>
            <a:spLocks noGrp="1"/>
          </p:cNvSpPr>
          <p:nvPr/>
        </p:nvSpPr>
        <p:spPr>
          <a:xfrm>
            <a:off x="6419850" y="2771775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050" b="0">
                <a:solidFill>
                  <a:srgbClr val="E5484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E5484D"/>
                </a:solidFill>
                <a:latin typeface="Pretendard"/>
                <a:ea typeface="Pretendard"/>
                <a:cs typeface="Pretendard"/>
              </a:rPr>
              <a:t>53.6%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271E6E6E-F72F-49B7-BAD7-BBB9F25DDD9D}"/>
              </a:ext>
            </a:extLst>
          </p:cNvPr>
          <p:cNvSpPr>
            <a:spLocks noGrp="1"/>
          </p:cNvSpPr>
          <p:nvPr/>
        </p:nvSpPr>
        <p:spPr>
          <a:xfrm>
            <a:off x="7258050" y="27717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0D5E4EBF-635C-4232-BD72-274D40BC3377}"/>
              </a:ext>
            </a:extLst>
          </p:cNvPr>
          <p:cNvSpPr>
            <a:spLocks noGrp="1"/>
          </p:cNvSpPr>
          <p:nvPr/>
        </p:nvSpPr>
        <p:spPr>
          <a:xfrm>
            <a:off x="8124825" y="27717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36AE6460-36A4-40D0-A83E-E6E1F143290A}"/>
              </a:ext>
            </a:extLst>
          </p:cNvPr>
          <p:cNvSpPr>
            <a:spLocks noGrp="1"/>
          </p:cNvSpPr>
          <p:nvPr/>
        </p:nvSpPr>
        <p:spPr>
          <a:xfrm>
            <a:off x="8991600" y="27717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959188D2-6AAC-49A4-9046-016DCBBB4C6A}"/>
              </a:ext>
            </a:extLst>
          </p:cNvPr>
          <p:cNvSpPr>
            <a:spLocks noGrp="1"/>
          </p:cNvSpPr>
          <p:nvPr/>
        </p:nvSpPr>
        <p:spPr>
          <a:xfrm>
            <a:off x="9858375" y="27717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E9674A0E-C91D-4B89-B1C9-5B89ABC4C3EB}"/>
              </a:ext>
            </a:extLst>
          </p:cNvPr>
          <p:cNvSpPr>
            <a:spLocks noGrp="1"/>
          </p:cNvSpPr>
          <p:nvPr/>
        </p:nvSpPr>
        <p:spPr>
          <a:xfrm>
            <a:off x="10725150" y="27717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CADEBE42-5080-4BCF-AF68-9122D4480829}"/>
              </a:ext>
            </a:extLst>
          </p:cNvPr>
          <p:cNvSpPr>
            <a:spLocks noGrp="1"/>
          </p:cNvSpPr>
          <p:nvPr/>
        </p:nvSpPr>
        <p:spPr>
          <a:xfrm>
            <a:off x="457200" y="3267075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고윤경 TL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3F58626E-432E-4694-8612-A94483A86B80}"/>
              </a:ext>
            </a:extLst>
          </p:cNvPr>
          <p:cNvSpPr>
            <a:spLocks noGrp="1"/>
          </p:cNvSpPr>
          <p:nvPr/>
        </p:nvSpPr>
        <p:spPr>
          <a:xfrm>
            <a:off x="1866900" y="3267075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23일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0D9B370E-618C-46DE-92E9-9ED4F8017F96}"/>
              </a:ext>
            </a:extLst>
          </p:cNvPr>
          <p:cNvSpPr>
            <a:spLocks noGrp="1"/>
          </p:cNvSpPr>
          <p:nvPr/>
        </p:nvSpPr>
        <p:spPr>
          <a:xfrm>
            <a:off x="2647950" y="32670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23A6CE9-AF81-48E7-AEEB-873D8BE5192D}"/>
              </a:ext>
            </a:extLst>
          </p:cNvPr>
          <p:cNvSpPr>
            <a:spLocks noGrp="1"/>
          </p:cNvSpPr>
          <p:nvPr/>
        </p:nvSpPr>
        <p:spPr>
          <a:xfrm>
            <a:off x="3390900" y="3267075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₩3,285,356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587BD0A1-208C-4F1A-82ED-DB0A220CAD7F}"/>
              </a:ext>
            </a:extLst>
          </p:cNvPr>
          <p:cNvSpPr>
            <a:spLocks noGrp="1"/>
          </p:cNvSpPr>
          <p:nvPr/>
        </p:nvSpPr>
        <p:spPr>
          <a:xfrm>
            <a:off x="4933950" y="32670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30B1DB84-AA7E-4719-9645-AE73AC1F1BC5}"/>
              </a:ext>
            </a:extLst>
          </p:cNvPr>
          <p:cNvSpPr>
            <a:spLocks noGrp="1"/>
          </p:cNvSpPr>
          <p:nvPr/>
        </p:nvSpPr>
        <p:spPr>
          <a:xfrm>
            <a:off x="5676900" y="32670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03E12C9C-2AF3-4335-8DD9-0BFA05AA576C}"/>
              </a:ext>
            </a:extLst>
          </p:cNvPr>
          <p:cNvSpPr>
            <a:spLocks noGrp="1"/>
          </p:cNvSpPr>
          <p:nvPr/>
        </p:nvSpPr>
        <p:spPr>
          <a:xfrm>
            <a:off x="6419850" y="3267075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050" b="0">
                <a:solidFill>
                  <a:srgbClr val="F2A31B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F2A31B"/>
                </a:solidFill>
                <a:latin typeface="Pretendard"/>
                <a:ea typeface="Pretendard"/>
                <a:cs typeface="Pretendard"/>
              </a:rPr>
              <a:t>32.4%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6F7C60DA-F2C1-47E3-97A8-D06C95AC4E1A}"/>
              </a:ext>
            </a:extLst>
          </p:cNvPr>
          <p:cNvSpPr>
            <a:spLocks noGrp="1"/>
          </p:cNvSpPr>
          <p:nvPr/>
        </p:nvSpPr>
        <p:spPr>
          <a:xfrm>
            <a:off x="7258050" y="32670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8744676D-0BEF-4598-8D6C-0829B786CA73}"/>
              </a:ext>
            </a:extLst>
          </p:cNvPr>
          <p:cNvSpPr>
            <a:spLocks noGrp="1"/>
          </p:cNvSpPr>
          <p:nvPr/>
        </p:nvSpPr>
        <p:spPr>
          <a:xfrm>
            <a:off x="8124825" y="32670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7B2CBCF7-82F6-4876-816F-2CCE3588F17E}"/>
              </a:ext>
            </a:extLst>
          </p:cNvPr>
          <p:cNvSpPr>
            <a:spLocks noGrp="1"/>
          </p:cNvSpPr>
          <p:nvPr/>
        </p:nvSpPr>
        <p:spPr>
          <a:xfrm>
            <a:off x="8991600" y="32670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46AB4BB7-3EDA-44B3-AF74-CFBA643CE610}"/>
              </a:ext>
            </a:extLst>
          </p:cNvPr>
          <p:cNvSpPr>
            <a:spLocks noGrp="1"/>
          </p:cNvSpPr>
          <p:nvPr/>
        </p:nvSpPr>
        <p:spPr>
          <a:xfrm>
            <a:off x="9858375" y="32670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B11C531B-247D-4096-B7BC-A2160A10E2AB}"/>
              </a:ext>
            </a:extLst>
          </p:cNvPr>
          <p:cNvSpPr>
            <a:spLocks noGrp="1"/>
          </p:cNvSpPr>
          <p:nvPr/>
        </p:nvSpPr>
        <p:spPr>
          <a:xfrm>
            <a:off x="10725150" y="32670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5CA33F99-D591-4E73-AB04-E133C5368092}"/>
              </a:ext>
            </a:extLst>
          </p:cNvPr>
          <p:cNvSpPr>
            <a:spLocks noGrp="1"/>
          </p:cNvSpPr>
          <p:nvPr/>
        </p:nvSpPr>
        <p:spPr>
          <a:xfrm>
            <a:off x="457200" y="3762375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박인선 LR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99E10074-B474-4CE4-976F-EA2C16CE09EC}"/>
              </a:ext>
            </a:extLst>
          </p:cNvPr>
          <p:cNvSpPr>
            <a:spLocks noGrp="1"/>
          </p:cNvSpPr>
          <p:nvPr/>
        </p:nvSpPr>
        <p:spPr>
          <a:xfrm>
            <a:off x="1866900" y="3762375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13일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B5B9DC0B-B462-4281-9CBD-3556AE07E586}"/>
              </a:ext>
            </a:extLst>
          </p:cNvPr>
          <p:cNvSpPr>
            <a:spLocks noGrp="1"/>
          </p:cNvSpPr>
          <p:nvPr/>
        </p:nvSpPr>
        <p:spPr>
          <a:xfrm>
            <a:off x="2647950" y="37623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B73F4B07-3995-40E5-A68C-CF76D5EBF933}"/>
              </a:ext>
            </a:extLst>
          </p:cNvPr>
          <p:cNvSpPr>
            <a:spLocks noGrp="1"/>
          </p:cNvSpPr>
          <p:nvPr/>
        </p:nvSpPr>
        <p:spPr>
          <a:xfrm>
            <a:off x="3390900" y="3762375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₩769,427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39E57DC9-975B-467E-98CA-48F94FE85ACB}"/>
              </a:ext>
            </a:extLst>
          </p:cNvPr>
          <p:cNvSpPr>
            <a:spLocks noGrp="1"/>
          </p:cNvSpPr>
          <p:nvPr/>
        </p:nvSpPr>
        <p:spPr>
          <a:xfrm>
            <a:off x="4933950" y="37623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B8102588-2436-489B-AB31-EA4F38999942}"/>
              </a:ext>
            </a:extLst>
          </p:cNvPr>
          <p:cNvSpPr>
            <a:spLocks noGrp="1"/>
          </p:cNvSpPr>
          <p:nvPr/>
        </p:nvSpPr>
        <p:spPr>
          <a:xfrm>
            <a:off x="5676900" y="37623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F2DFE000-2570-4BB7-B2C3-F39F2C35C153}"/>
              </a:ext>
            </a:extLst>
          </p:cNvPr>
          <p:cNvSpPr>
            <a:spLocks noGrp="1"/>
          </p:cNvSpPr>
          <p:nvPr/>
        </p:nvSpPr>
        <p:spPr>
          <a:xfrm>
            <a:off x="6419850" y="3762375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050" b="0">
                <a:solidFill>
                  <a:srgbClr val="E5484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E5484D"/>
                </a:solidFill>
                <a:latin typeface="Pretendard"/>
                <a:ea typeface="Pretendard"/>
                <a:cs typeface="Pretendard"/>
              </a:rPr>
              <a:t>43.8%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1B785DD2-A4BE-4ACF-A296-0EA8937F4398}"/>
              </a:ext>
            </a:extLst>
          </p:cNvPr>
          <p:cNvSpPr>
            <a:spLocks noGrp="1"/>
          </p:cNvSpPr>
          <p:nvPr/>
        </p:nvSpPr>
        <p:spPr>
          <a:xfrm>
            <a:off x="7258050" y="37623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BA4F019C-E254-40EB-A30F-ECB11C67670D}"/>
              </a:ext>
            </a:extLst>
          </p:cNvPr>
          <p:cNvSpPr>
            <a:spLocks noGrp="1"/>
          </p:cNvSpPr>
          <p:nvPr/>
        </p:nvSpPr>
        <p:spPr>
          <a:xfrm>
            <a:off x="8124825" y="37623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BBFB9E16-D4C4-49FE-8ABE-4FD821104ECF}"/>
              </a:ext>
            </a:extLst>
          </p:cNvPr>
          <p:cNvSpPr>
            <a:spLocks noGrp="1"/>
          </p:cNvSpPr>
          <p:nvPr/>
        </p:nvSpPr>
        <p:spPr>
          <a:xfrm>
            <a:off x="8991600" y="37623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AB9D2F83-2FCB-4790-B179-4105EC45A87D}"/>
              </a:ext>
            </a:extLst>
          </p:cNvPr>
          <p:cNvSpPr>
            <a:spLocks noGrp="1"/>
          </p:cNvSpPr>
          <p:nvPr/>
        </p:nvSpPr>
        <p:spPr>
          <a:xfrm>
            <a:off x="9858375" y="37623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7E3C2F12-1C7A-4618-899D-C06C52EC3942}"/>
              </a:ext>
            </a:extLst>
          </p:cNvPr>
          <p:cNvSpPr>
            <a:spLocks noGrp="1"/>
          </p:cNvSpPr>
          <p:nvPr/>
        </p:nvSpPr>
        <p:spPr>
          <a:xfrm>
            <a:off x="10725150" y="37623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5C28937C-529A-44FA-9F78-7EC9BF2E4496}"/>
              </a:ext>
            </a:extLst>
          </p:cNvPr>
          <p:cNvSpPr>
            <a:spLocks noGrp="1"/>
          </p:cNvSpPr>
          <p:nvPr/>
        </p:nvSpPr>
        <p:spPr>
          <a:xfrm>
            <a:off x="457200" y="4248150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김하진 LR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FDE84945-5EE9-47E5-92CD-CBFB575AAEB3}"/>
              </a:ext>
            </a:extLst>
          </p:cNvPr>
          <p:cNvSpPr>
            <a:spLocks noGrp="1"/>
          </p:cNvSpPr>
          <p:nvPr/>
        </p:nvSpPr>
        <p:spPr>
          <a:xfrm>
            <a:off x="1866900" y="424815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20일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9F2163AC-A058-4823-A4B4-885FC5AB9D7B}"/>
              </a:ext>
            </a:extLst>
          </p:cNvPr>
          <p:cNvSpPr>
            <a:spLocks noGrp="1"/>
          </p:cNvSpPr>
          <p:nvPr/>
        </p:nvSpPr>
        <p:spPr>
          <a:xfrm>
            <a:off x="2647950" y="42481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D2E06372-CCBC-4946-AE0C-651ED73C85C7}"/>
              </a:ext>
            </a:extLst>
          </p:cNvPr>
          <p:cNvSpPr>
            <a:spLocks noGrp="1"/>
          </p:cNvSpPr>
          <p:nvPr/>
        </p:nvSpPr>
        <p:spPr>
          <a:xfrm>
            <a:off x="3390900" y="4248150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₩3,018,200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B421A034-8BFE-4DB5-B4C9-DF11A5FAA5E0}"/>
              </a:ext>
            </a:extLst>
          </p:cNvPr>
          <p:cNvSpPr>
            <a:spLocks noGrp="1"/>
          </p:cNvSpPr>
          <p:nvPr/>
        </p:nvSpPr>
        <p:spPr>
          <a:xfrm>
            <a:off x="4933950" y="42481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94537FD-9C9C-480C-8C39-0C21E168F4F7}"/>
              </a:ext>
            </a:extLst>
          </p:cNvPr>
          <p:cNvSpPr>
            <a:spLocks noGrp="1"/>
          </p:cNvSpPr>
          <p:nvPr/>
        </p:nvSpPr>
        <p:spPr>
          <a:xfrm>
            <a:off x="5676900" y="42481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174C7C4E-FBF5-46E8-A7B5-B3621C01A0D8}"/>
              </a:ext>
            </a:extLst>
          </p:cNvPr>
          <p:cNvSpPr>
            <a:spLocks noGrp="1"/>
          </p:cNvSpPr>
          <p:nvPr/>
        </p:nvSpPr>
        <p:spPr>
          <a:xfrm>
            <a:off x="6419850" y="4248150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050" b="0">
                <a:solidFill>
                  <a:srgbClr val="16A36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8.0%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AB26939A-47ED-4826-9121-6A5D79134F73}"/>
              </a:ext>
            </a:extLst>
          </p:cNvPr>
          <p:cNvSpPr>
            <a:spLocks noGrp="1"/>
          </p:cNvSpPr>
          <p:nvPr/>
        </p:nvSpPr>
        <p:spPr>
          <a:xfrm>
            <a:off x="7258050" y="42481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4CC4DDDD-42CD-4120-ADBE-A1428C6ABF9C}"/>
              </a:ext>
            </a:extLst>
          </p:cNvPr>
          <p:cNvSpPr>
            <a:spLocks noGrp="1"/>
          </p:cNvSpPr>
          <p:nvPr/>
        </p:nvSpPr>
        <p:spPr>
          <a:xfrm>
            <a:off x="8124825" y="42481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C613C1E9-274C-42B5-9B1A-12AD365EFD7F}"/>
              </a:ext>
            </a:extLst>
          </p:cNvPr>
          <p:cNvSpPr>
            <a:spLocks noGrp="1"/>
          </p:cNvSpPr>
          <p:nvPr/>
        </p:nvSpPr>
        <p:spPr>
          <a:xfrm>
            <a:off x="8991600" y="42481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E95F0E61-A424-4ABD-A71E-1ABB97C7DD04}"/>
              </a:ext>
            </a:extLst>
          </p:cNvPr>
          <p:cNvSpPr>
            <a:spLocks noGrp="1"/>
          </p:cNvSpPr>
          <p:nvPr/>
        </p:nvSpPr>
        <p:spPr>
          <a:xfrm>
            <a:off x="9858375" y="42481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F2ABE62E-484C-467C-A9DD-83B20C47F798}"/>
              </a:ext>
            </a:extLst>
          </p:cNvPr>
          <p:cNvSpPr>
            <a:spLocks noGrp="1"/>
          </p:cNvSpPr>
          <p:nvPr/>
        </p:nvSpPr>
        <p:spPr>
          <a:xfrm>
            <a:off x="10725150" y="42481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F09AFA33-CEC6-46CE-AC8E-E132C5861DCC}"/>
              </a:ext>
            </a:extLst>
          </p:cNvPr>
          <p:cNvSpPr>
            <a:spLocks noGrp="1"/>
          </p:cNvSpPr>
          <p:nvPr/>
        </p:nvSpPr>
        <p:spPr>
          <a:xfrm>
            <a:off x="457200" y="4743450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윤채영 TL</a:t>
            </a: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F8FBB00C-542A-4B73-9B4D-57B6C513E1DC}"/>
              </a:ext>
            </a:extLst>
          </p:cNvPr>
          <p:cNvSpPr>
            <a:spLocks noGrp="1"/>
          </p:cNvSpPr>
          <p:nvPr/>
        </p:nvSpPr>
        <p:spPr>
          <a:xfrm>
            <a:off x="1866900" y="474345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20일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9FB2E0C4-5214-4ADD-849B-460C23127E62}"/>
              </a:ext>
            </a:extLst>
          </p:cNvPr>
          <p:cNvSpPr>
            <a:spLocks noGrp="1"/>
          </p:cNvSpPr>
          <p:nvPr/>
        </p:nvSpPr>
        <p:spPr>
          <a:xfrm>
            <a:off x="2647950" y="47434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0EFC44-D443-4ED3-91C3-912FBEAA4554}"/>
              </a:ext>
            </a:extLst>
          </p:cNvPr>
          <p:cNvSpPr>
            <a:spLocks noGrp="1"/>
          </p:cNvSpPr>
          <p:nvPr/>
        </p:nvSpPr>
        <p:spPr>
          <a:xfrm>
            <a:off x="3390900" y="4743450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₩2,191,844</a:t>
            </a: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21D43E88-97DF-4F1E-91E3-B6CDF02EFF08}"/>
              </a:ext>
            </a:extLst>
          </p:cNvPr>
          <p:cNvSpPr>
            <a:spLocks noGrp="1"/>
          </p:cNvSpPr>
          <p:nvPr/>
        </p:nvSpPr>
        <p:spPr>
          <a:xfrm>
            <a:off x="4933950" y="47434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E5DB524D-FD22-45EB-ABBA-25387230E24F}"/>
              </a:ext>
            </a:extLst>
          </p:cNvPr>
          <p:cNvSpPr>
            <a:spLocks noGrp="1"/>
          </p:cNvSpPr>
          <p:nvPr/>
        </p:nvSpPr>
        <p:spPr>
          <a:xfrm>
            <a:off x="5676900" y="47434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540EB8F-225B-42DC-AAE6-7E004C8D7AC8}"/>
              </a:ext>
            </a:extLst>
          </p:cNvPr>
          <p:cNvSpPr>
            <a:spLocks noGrp="1"/>
          </p:cNvSpPr>
          <p:nvPr/>
        </p:nvSpPr>
        <p:spPr>
          <a:xfrm>
            <a:off x="6419850" y="4743450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050" b="0">
                <a:solidFill>
                  <a:srgbClr val="E5484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E5484D"/>
                </a:solidFill>
                <a:latin typeface="Pretendard"/>
                <a:ea typeface="Pretendard"/>
                <a:cs typeface="Pretendard"/>
              </a:rPr>
              <a:t>44.4%</a:t>
            </a: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6530B391-B616-40FB-8459-C9F607A06AB5}"/>
              </a:ext>
            </a:extLst>
          </p:cNvPr>
          <p:cNvSpPr>
            <a:spLocks noGrp="1"/>
          </p:cNvSpPr>
          <p:nvPr/>
        </p:nvSpPr>
        <p:spPr>
          <a:xfrm>
            <a:off x="7258050" y="47434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6AA739D4-1750-432A-89C3-B89A126D617B}"/>
              </a:ext>
            </a:extLst>
          </p:cNvPr>
          <p:cNvSpPr>
            <a:spLocks noGrp="1"/>
          </p:cNvSpPr>
          <p:nvPr/>
        </p:nvSpPr>
        <p:spPr>
          <a:xfrm>
            <a:off x="8124825" y="47434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4FA1EE71-94C8-47A8-A385-0235814ECF3B}"/>
              </a:ext>
            </a:extLst>
          </p:cNvPr>
          <p:cNvSpPr>
            <a:spLocks noGrp="1"/>
          </p:cNvSpPr>
          <p:nvPr/>
        </p:nvSpPr>
        <p:spPr>
          <a:xfrm>
            <a:off x="8991600" y="47434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3021A436-FA89-45A0-9C13-0200C935A046}"/>
              </a:ext>
            </a:extLst>
          </p:cNvPr>
          <p:cNvSpPr>
            <a:spLocks noGrp="1"/>
          </p:cNvSpPr>
          <p:nvPr/>
        </p:nvSpPr>
        <p:spPr>
          <a:xfrm>
            <a:off x="9858375" y="47434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7CFFCD33-BE06-4788-A8D6-D4C01DC2FFB7}"/>
              </a:ext>
            </a:extLst>
          </p:cNvPr>
          <p:cNvSpPr>
            <a:spLocks noGrp="1"/>
          </p:cNvSpPr>
          <p:nvPr/>
        </p:nvSpPr>
        <p:spPr>
          <a:xfrm>
            <a:off x="10725150" y="47434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5C939651-B637-4F45-AB52-DBDFD36699F9}"/>
              </a:ext>
            </a:extLst>
          </p:cNvPr>
          <p:cNvSpPr>
            <a:spLocks noGrp="1"/>
          </p:cNvSpPr>
          <p:nvPr/>
        </p:nvSpPr>
        <p:spPr>
          <a:xfrm>
            <a:off x="457200" y="5238750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1–5 합계</a:t>
            </a: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58BD206A-0ECF-4233-8DEE-921337EE2C69}"/>
              </a:ext>
            </a:extLst>
          </p:cNvPr>
          <p:cNvSpPr>
            <a:spLocks noGrp="1"/>
          </p:cNvSpPr>
          <p:nvPr/>
        </p:nvSpPr>
        <p:spPr>
          <a:xfrm>
            <a:off x="1866900" y="523875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91일</a:t>
            </a: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5E04AC89-812B-4D5E-951A-CFAB372BB8B8}"/>
              </a:ext>
            </a:extLst>
          </p:cNvPr>
          <p:cNvSpPr>
            <a:spLocks noGrp="1"/>
          </p:cNvSpPr>
          <p:nvPr/>
        </p:nvSpPr>
        <p:spPr>
          <a:xfrm>
            <a:off x="2647950" y="52387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133</a:t>
            </a: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49AA195B-1BD1-4390-BC01-766014591DB8}"/>
              </a:ext>
            </a:extLst>
          </p:cNvPr>
          <p:cNvSpPr>
            <a:spLocks noGrp="1"/>
          </p:cNvSpPr>
          <p:nvPr/>
        </p:nvSpPr>
        <p:spPr>
          <a:xfrm>
            <a:off x="3390900" y="5238750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F2A31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2A31B"/>
                </a:solidFill>
                <a:latin typeface="Pretendard"/>
                <a:ea typeface="Pretendard"/>
                <a:cs typeface="Pretendard"/>
              </a:rPr>
              <a:t>₩10,749,835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97D43B9D-F003-45D3-8C39-5A9271505B77}"/>
              </a:ext>
            </a:extLst>
          </p:cNvPr>
          <p:cNvSpPr>
            <a:spLocks noGrp="1"/>
          </p:cNvSpPr>
          <p:nvPr/>
        </p:nvSpPr>
        <p:spPr>
          <a:xfrm>
            <a:off x="4933950" y="52387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57</a:t>
            </a: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90103B47-F1F5-4CB6-B0EA-ABCDCC007A21}"/>
              </a:ext>
            </a:extLst>
          </p:cNvPr>
          <p:cNvSpPr>
            <a:spLocks noGrp="1"/>
          </p:cNvSpPr>
          <p:nvPr/>
        </p:nvSpPr>
        <p:spPr>
          <a:xfrm>
            <a:off x="5676900" y="52387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6A00E9D3-D8E5-42D2-93E7-3E20AF03C90A}"/>
              </a:ext>
            </a:extLst>
          </p:cNvPr>
          <p:cNvSpPr>
            <a:spLocks noGrp="1"/>
          </p:cNvSpPr>
          <p:nvPr/>
        </p:nvSpPr>
        <p:spPr>
          <a:xfrm>
            <a:off x="6419850" y="5238750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E5484D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E5484D"/>
                </a:solidFill>
                <a:latin typeface="Pretendard"/>
                <a:ea typeface="Pretendard"/>
                <a:cs typeface="Pretendard"/>
              </a:rPr>
              <a:t>36.1%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488CCDE6-6A17-4F99-BC6A-585313C8EB7B}"/>
              </a:ext>
            </a:extLst>
          </p:cNvPr>
          <p:cNvSpPr>
            <a:spLocks noGrp="1"/>
          </p:cNvSpPr>
          <p:nvPr/>
        </p:nvSpPr>
        <p:spPr>
          <a:xfrm>
            <a:off x="7258050" y="52387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DF39EC55-24A7-4E06-8F16-8EB25AFFAB3F}"/>
              </a:ext>
            </a:extLst>
          </p:cNvPr>
          <p:cNvSpPr>
            <a:spLocks noGrp="1"/>
          </p:cNvSpPr>
          <p:nvPr/>
        </p:nvSpPr>
        <p:spPr>
          <a:xfrm>
            <a:off x="8124825" y="52387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6F1F4303-EA53-4AF6-93A9-D0B9FEF0A83F}"/>
              </a:ext>
            </a:extLst>
          </p:cNvPr>
          <p:cNvSpPr>
            <a:spLocks noGrp="1"/>
          </p:cNvSpPr>
          <p:nvPr/>
        </p:nvSpPr>
        <p:spPr>
          <a:xfrm>
            <a:off x="8991600" y="52387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DDA6F75E-7941-4C5B-9FA7-09AD22E5A04B}"/>
              </a:ext>
            </a:extLst>
          </p:cNvPr>
          <p:cNvSpPr>
            <a:spLocks noGrp="1"/>
          </p:cNvSpPr>
          <p:nvPr/>
        </p:nvSpPr>
        <p:spPr>
          <a:xfrm>
            <a:off x="9858375" y="52387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B260DE85-27B6-46F9-883B-8960C6DA1163}"/>
              </a:ext>
            </a:extLst>
          </p:cNvPr>
          <p:cNvSpPr>
            <a:spLocks noGrp="1"/>
          </p:cNvSpPr>
          <p:nvPr/>
        </p:nvSpPr>
        <p:spPr>
          <a:xfrm>
            <a:off x="10725150" y="52387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AB3306C5-316B-417A-A5B4-3225BF23611C}"/>
              </a:ext>
            </a:extLst>
          </p:cNvPr>
          <p:cNvSpPr>
            <a:spLocks noGrp="1"/>
          </p:cNvSpPr>
          <p:nvPr/>
        </p:nvSpPr>
        <p:spPr>
          <a:xfrm>
            <a:off x="457200" y="5734050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900" b="1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입력 상태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7E8DCEA9-E51C-42E3-9F9A-AFA34C0812E3}"/>
              </a:ext>
            </a:extLst>
          </p:cNvPr>
          <p:cNvSpPr>
            <a:spLocks noGrp="1"/>
          </p:cNvSpPr>
          <p:nvPr/>
        </p:nvSpPr>
        <p:spPr>
          <a:xfrm>
            <a:off x="1866900" y="573405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799DC9AB-59B7-44CE-BE09-9A45ADD196DA}"/>
              </a:ext>
            </a:extLst>
          </p:cNvPr>
          <p:cNvSpPr>
            <a:spLocks noGrp="1"/>
          </p:cNvSpPr>
          <p:nvPr/>
        </p:nvSpPr>
        <p:spPr>
          <a:xfrm>
            <a:off x="2647950" y="57340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42754910-ED61-4257-8E80-5227611B90D3}"/>
              </a:ext>
            </a:extLst>
          </p:cNvPr>
          <p:cNvSpPr>
            <a:spLocks noGrp="1"/>
          </p:cNvSpPr>
          <p:nvPr/>
        </p:nvSpPr>
        <p:spPr>
          <a:xfrm>
            <a:off x="3390900" y="5734050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인컴 5/5</a:t>
            </a: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4BDD00DB-3072-4224-8402-8B0E8BDDA79B}"/>
              </a:ext>
            </a:extLst>
          </p:cNvPr>
          <p:cNvSpPr>
            <a:spLocks noGrp="1"/>
          </p:cNvSpPr>
          <p:nvPr/>
        </p:nvSpPr>
        <p:spPr>
          <a:xfrm>
            <a:off x="4933950" y="57340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리젝 5/5</a:t>
            </a: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3062BDF0-F1A6-4A59-A2A9-D56E27F0A2A8}"/>
              </a:ext>
            </a:extLst>
          </p:cNvPr>
          <p:cNvSpPr>
            <a:spLocks noGrp="1"/>
          </p:cNvSpPr>
          <p:nvPr/>
        </p:nvSpPr>
        <p:spPr>
          <a:xfrm>
            <a:off x="5676900" y="57340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리섭 5/5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1EC6CAD2-202A-482E-998F-32715A0AA278}"/>
              </a:ext>
            </a:extLst>
          </p:cNvPr>
          <p:cNvSpPr>
            <a:spLocks noGrp="1"/>
          </p:cNvSpPr>
          <p:nvPr/>
        </p:nvSpPr>
        <p:spPr>
          <a:xfrm>
            <a:off x="6419850" y="5734050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자동</a:t>
            </a: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BAAF4370-ECDA-47C7-8634-6B8D718C0510}"/>
              </a:ext>
            </a:extLst>
          </p:cNvPr>
          <p:cNvSpPr>
            <a:spLocks noGrp="1"/>
          </p:cNvSpPr>
          <p:nvPr/>
        </p:nvSpPr>
        <p:spPr>
          <a:xfrm>
            <a:off x="7258050" y="57340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BE214529-8EBA-4600-8C70-9CBF3C4CDD2D}"/>
              </a:ext>
            </a:extLst>
          </p:cNvPr>
          <p:cNvSpPr>
            <a:spLocks noGrp="1"/>
          </p:cNvSpPr>
          <p:nvPr/>
        </p:nvSpPr>
        <p:spPr>
          <a:xfrm>
            <a:off x="8124825" y="57340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F31C8981-2D2B-4E38-983C-78444F6E702F}"/>
              </a:ext>
            </a:extLst>
          </p:cNvPr>
          <p:cNvSpPr>
            <a:spLocks noGrp="1"/>
          </p:cNvSpPr>
          <p:nvPr/>
        </p:nvSpPr>
        <p:spPr>
          <a:xfrm>
            <a:off x="8991600" y="57340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CE313B04-23A2-4E31-8EC5-FF4F7CCC8767}"/>
              </a:ext>
            </a:extLst>
          </p:cNvPr>
          <p:cNvSpPr>
            <a:spLocks noGrp="1"/>
          </p:cNvSpPr>
          <p:nvPr/>
        </p:nvSpPr>
        <p:spPr>
          <a:xfrm>
            <a:off x="9858375" y="57340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22EC9872-2D0B-4597-8BE0-082ECFA984BA}"/>
              </a:ext>
            </a:extLst>
          </p:cNvPr>
          <p:cNvSpPr>
            <a:spLocks noGrp="1"/>
          </p:cNvSpPr>
          <p:nvPr/>
        </p:nvSpPr>
        <p:spPr>
          <a:xfrm>
            <a:off x="10725150" y="57340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0387C8D8-409A-4EDE-ACE2-2E0F5C3B0CE0}"/>
              </a:ext>
            </a:extLst>
          </p:cNvPr>
          <p:cNvSpPr>
            <a:spLocks noGrp="1"/>
          </p:cNvSpPr>
          <p:nvPr/>
        </p:nvSpPr>
        <p:spPr>
          <a:xfrm>
            <a:off x="457200" y="6229350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팀 합계</a:t>
            </a: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87D68947-701D-4A07-B775-04A6378E2520}"/>
              </a:ext>
            </a:extLst>
          </p:cNvPr>
          <p:cNvSpPr>
            <a:spLocks noGrp="1"/>
          </p:cNvSpPr>
          <p:nvPr/>
        </p:nvSpPr>
        <p:spPr>
          <a:xfrm>
            <a:off x="1866900" y="622935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192일</a:t>
            </a: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3DECA2BE-C5BF-4021-868E-40AF6A3AC11D}"/>
              </a:ext>
            </a:extLst>
          </p:cNvPr>
          <p:cNvSpPr>
            <a:spLocks noGrp="1"/>
          </p:cNvSpPr>
          <p:nvPr/>
        </p:nvSpPr>
        <p:spPr>
          <a:xfrm>
            <a:off x="2647950" y="62293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456F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260</a:t>
            </a: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7FEB2EE5-BBB4-4E83-8D26-0964355DB572}"/>
              </a:ext>
            </a:extLst>
          </p:cNvPr>
          <p:cNvSpPr>
            <a:spLocks noGrp="1"/>
          </p:cNvSpPr>
          <p:nvPr/>
        </p:nvSpPr>
        <p:spPr>
          <a:xfrm>
            <a:off x="3390900" y="6229350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F2A31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2A31B"/>
                </a:solidFill>
                <a:latin typeface="Pretendard"/>
                <a:ea typeface="Pretendard"/>
                <a:cs typeface="Pretendard"/>
              </a:rPr>
              <a:t>₩22,394,777</a:t>
            </a: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7F6F8DED-D77D-4BEB-96FE-55EF9DF0FDDD}"/>
              </a:ext>
            </a:extLst>
          </p:cNvPr>
          <p:cNvSpPr>
            <a:spLocks noGrp="1"/>
          </p:cNvSpPr>
          <p:nvPr/>
        </p:nvSpPr>
        <p:spPr>
          <a:xfrm>
            <a:off x="4933950" y="62293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79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C4A8AB4A-47C1-4934-B226-D05C232078C4}"/>
              </a:ext>
            </a:extLst>
          </p:cNvPr>
          <p:cNvSpPr>
            <a:spLocks noGrp="1"/>
          </p:cNvSpPr>
          <p:nvPr/>
        </p:nvSpPr>
        <p:spPr>
          <a:xfrm>
            <a:off x="5676900" y="62293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1FA443D0-E647-4C4B-8F6D-ABE531C23344}"/>
              </a:ext>
            </a:extLst>
          </p:cNvPr>
          <p:cNvSpPr>
            <a:spLocks noGrp="1"/>
          </p:cNvSpPr>
          <p:nvPr/>
        </p:nvSpPr>
        <p:spPr>
          <a:xfrm>
            <a:off x="6419850" y="6229350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6A36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25.2%</a:t>
            </a: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40EADB8A-7214-4D54-BA03-312CD2DD902E}"/>
              </a:ext>
            </a:extLst>
          </p:cNvPr>
          <p:cNvSpPr>
            <a:spLocks noGrp="1"/>
          </p:cNvSpPr>
          <p:nvPr/>
        </p:nvSpPr>
        <p:spPr>
          <a:xfrm>
            <a:off x="7258050" y="62293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DCAA1DA7-1B2A-4E78-ADCE-BADA4F8E2886}"/>
              </a:ext>
            </a:extLst>
          </p:cNvPr>
          <p:cNvSpPr>
            <a:spLocks noGrp="1"/>
          </p:cNvSpPr>
          <p:nvPr/>
        </p:nvSpPr>
        <p:spPr>
          <a:xfrm>
            <a:off x="8124825" y="62293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3AE41CAC-DAC4-4C3D-A92D-F31A4C5BFD50}"/>
              </a:ext>
            </a:extLst>
          </p:cNvPr>
          <p:cNvSpPr>
            <a:spLocks noGrp="1"/>
          </p:cNvSpPr>
          <p:nvPr/>
        </p:nvSpPr>
        <p:spPr>
          <a:xfrm>
            <a:off x="8991600" y="62293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78B91FA5-7FE7-48BC-B0C7-0839CD785C21}"/>
              </a:ext>
            </a:extLst>
          </p:cNvPr>
          <p:cNvSpPr>
            <a:spLocks noGrp="1"/>
          </p:cNvSpPr>
          <p:nvPr/>
        </p:nvSpPr>
        <p:spPr>
          <a:xfrm>
            <a:off x="9858375" y="62293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54</a:t>
            </a: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9D989445-1C9A-4DEB-ADB0-47E3C454E763}"/>
              </a:ext>
            </a:extLst>
          </p:cNvPr>
          <p:cNvSpPr>
            <a:spLocks noGrp="1"/>
          </p:cNvSpPr>
          <p:nvPr/>
        </p:nvSpPr>
        <p:spPr>
          <a:xfrm>
            <a:off x="10725150" y="62293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20892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003CBD-89EF-457E-B0E4-2B719DD0CCB8}"/>
              </a:ext>
            </a:extLst>
          </p:cNvPr>
          <p:cNvSpPr>
            <a:spLocks noGrp="1"/>
          </p:cNvSpPr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세일즈 디테일</a:t>
            </a:r>
            <a:endParaRPr sz="1200"/>
          </a:p>
        </p:txBody>
      </p:sp>
      <p:pic>
        <p:nvPicPr>
          <p:cNvPr id="2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2855935-2F0A-44D8-B674-F483D3CA08D3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5</a:t>
            </a:r>
            <a:endParaRPr sz="1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1506361-E5F4-4E19-AD54-D4F3373ED968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sz="28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팀원별 세일즈 성과 상세 · 2 / 2</a:t>
            </a:r>
            <a:endParaRPr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BA77D80-4206-4C02-A721-2B341D3681B8}"/>
              </a:ext>
            </a:extLst>
          </p:cNvPr>
          <p:cNvSpPr>
            <a:spLocks noGrp="1"/>
          </p:cNvSpPr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스프레드시트 순서 · 리젝률=(리젝−리섭)÷월간 세일즈 · 2026년 7월</a:t>
            </a:r>
            <a:endParaRPr sz="16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B3BA0D0-1E7E-4CFA-8D80-04BC4C6D92BD}"/>
              </a:ext>
            </a:extLst>
          </p:cNvPr>
          <p:cNvSpPr>
            <a:spLocks noGrp="1"/>
          </p:cNvSpPr>
          <p:nvPr/>
        </p:nvSpPr>
        <p:spPr>
          <a:xfrm>
            <a:off x="457200" y="2276856"/>
            <a:ext cx="11277295" cy="493776"/>
          </a:xfrm>
          <a:prstGeom prst="roundRect">
            <a:avLst>
              <a:gd name="adj" fmla="val 1851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1399EC1-E191-4FA4-94C2-A6841879986D}"/>
              </a:ext>
            </a:extLst>
          </p:cNvPr>
          <p:cNvSpPr>
            <a:spLocks noGrp="1"/>
          </p:cNvSpPr>
          <p:nvPr/>
        </p:nvSpPr>
        <p:spPr>
          <a:xfrm>
            <a:off x="457200" y="2276856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81EFB7F-3F99-4CC3-8A66-11890EF750D8}"/>
              </a:ext>
            </a:extLst>
          </p:cNvPr>
          <p:cNvSpPr>
            <a:spLocks noGrp="1"/>
          </p:cNvSpPr>
          <p:nvPr/>
        </p:nvSpPr>
        <p:spPr>
          <a:xfrm>
            <a:off x="2029968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4449BBD-040E-491F-9E4D-0E446FECAA88}"/>
              </a:ext>
            </a:extLst>
          </p:cNvPr>
          <p:cNvSpPr>
            <a:spLocks noGrp="1"/>
          </p:cNvSpPr>
          <p:nvPr/>
        </p:nvSpPr>
        <p:spPr>
          <a:xfrm>
            <a:off x="2920796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2C16E05-B456-4E87-A97D-04647FC2878F}"/>
              </a:ext>
            </a:extLst>
          </p:cNvPr>
          <p:cNvSpPr>
            <a:spLocks noGrp="1"/>
          </p:cNvSpPr>
          <p:nvPr/>
        </p:nvSpPr>
        <p:spPr>
          <a:xfrm>
            <a:off x="3811624" y="2276856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A9BA601-04CD-4E1D-9C9E-5CFF1CF415DE}"/>
              </a:ext>
            </a:extLst>
          </p:cNvPr>
          <p:cNvSpPr>
            <a:spLocks noGrp="1"/>
          </p:cNvSpPr>
          <p:nvPr/>
        </p:nvSpPr>
        <p:spPr>
          <a:xfrm>
            <a:off x="5503264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A536720-99CE-46B6-8B49-09ECBC5CC954}"/>
              </a:ext>
            </a:extLst>
          </p:cNvPr>
          <p:cNvSpPr>
            <a:spLocks noGrp="1"/>
          </p:cNvSpPr>
          <p:nvPr/>
        </p:nvSpPr>
        <p:spPr>
          <a:xfrm>
            <a:off x="6394092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A19830C-57CA-40C2-B49B-2BE8CDDC2E6E}"/>
              </a:ext>
            </a:extLst>
          </p:cNvPr>
          <p:cNvSpPr>
            <a:spLocks noGrp="1"/>
          </p:cNvSpPr>
          <p:nvPr/>
        </p:nvSpPr>
        <p:spPr>
          <a:xfrm>
            <a:off x="7284920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598512D-9441-4F7D-A85D-8B91ED084C9E}"/>
              </a:ext>
            </a:extLst>
          </p:cNvPr>
          <p:cNvSpPr>
            <a:spLocks noGrp="1"/>
          </p:cNvSpPr>
          <p:nvPr/>
        </p:nvSpPr>
        <p:spPr>
          <a:xfrm>
            <a:off x="8175748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D0B1B23-2CD7-45F3-8557-D39CC80853DD}"/>
              </a:ext>
            </a:extLst>
          </p:cNvPr>
          <p:cNvSpPr>
            <a:spLocks noGrp="1"/>
          </p:cNvSpPr>
          <p:nvPr/>
        </p:nvSpPr>
        <p:spPr>
          <a:xfrm>
            <a:off x="9066576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B7694FD-16F4-4994-AFE7-BA4C4A984D6F}"/>
              </a:ext>
            </a:extLst>
          </p:cNvPr>
          <p:cNvSpPr>
            <a:spLocks noGrp="1"/>
          </p:cNvSpPr>
          <p:nvPr/>
        </p:nvSpPr>
        <p:spPr>
          <a:xfrm>
            <a:off x="9957404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C29D26B8-C315-4300-89F5-B1C999673EF0}"/>
              </a:ext>
            </a:extLst>
          </p:cNvPr>
          <p:cNvSpPr>
            <a:spLocks noGrp="1"/>
          </p:cNvSpPr>
          <p:nvPr/>
        </p:nvSpPr>
        <p:spPr>
          <a:xfrm>
            <a:off x="457200" y="3264408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B3EF893-9006-4595-B4E6-9EDB8D167BEA}"/>
              </a:ext>
            </a:extLst>
          </p:cNvPr>
          <p:cNvSpPr>
            <a:spLocks noGrp="1"/>
          </p:cNvSpPr>
          <p:nvPr/>
        </p:nvSpPr>
        <p:spPr>
          <a:xfrm>
            <a:off x="457200" y="2770632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2C2BA2B-4884-49DB-ACED-FF5676F16A17}"/>
              </a:ext>
            </a:extLst>
          </p:cNvPr>
          <p:cNvSpPr>
            <a:spLocks noGrp="1"/>
          </p:cNvSpPr>
          <p:nvPr/>
        </p:nvSpPr>
        <p:spPr>
          <a:xfrm>
            <a:off x="2029968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8367AEF-ECCB-4218-A9B2-FB20E6793932}"/>
              </a:ext>
            </a:extLst>
          </p:cNvPr>
          <p:cNvSpPr>
            <a:spLocks noGrp="1"/>
          </p:cNvSpPr>
          <p:nvPr/>
        </p:nvSpPr>
        <p:spPr>
          <a:xfrm>
            <a:off x="2920796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125BA05-3C02-4AC0-B3A1-DF4652443CC1}"/>
              </a:ext>
            </a:extLst>
          </p:cNvPr>
          <p:cNvSpPr>
            <a:spLocks noGrp="1"/>
          </p:cNvSpPr>
          <p:nvPr/>
        </p:nvSpPr>
        <p:spPr>
          <a:xfrm>
            <a:off x="3811624" y="2770632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4A442E4-364F-44C5-9532-6C9D4A652CA2}"/>
              </a:ext>
            </a:extLst>
          </p:cNvPr>
          <p:cNvSpPr>
            <a:spLocks noGrp="1"/>
          </p:cNvSpPr>
          <p:nvPr/>
        </p:nvSpPr>
        <p:spPr>
          <a:xfrm>
            <a:off x="5503264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75E77D9-0F5D-4D7C-91CE-D93F84A28A10}"/>
              </a:ext>
            </a:extLst>
          </p:cNvPr>
          <p:cNvSpPr>
            <a:spLocks noGrp="1"/>
          </p:cNvSpPr>
          <p:nvPr/>
        </p:nvSpPr>
        <p:spPr>
          <a:xfrm>
            <a:off x="6394092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7B56648-2B87-4774-BFC5-23D0473D68B7}"/>
              </a:ext>
            </a:extLst>
          </p:cNvPr>
          <p:cNvSpPr>
            <a:spLocks noGrp="1"/>
          </p:cNvSpPr>
          <p:nvPr/>
        </p:nvSpPr>
        <p:spPr>
          <a:xfrm>
            <a:off x="7284920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5923F36-D22A-482C-ADF9-3DC1093837B9}"/>
              </a:ext>
            </a:extLst>
          </p:cNvPr>
          <p:cNvSpPr>
            <a:spLocks noGrp="1"/>
          </p:cNvSpPr>
          <p:nvPr/>
        </p:nvSpPr>
        <p:spPr>
          <a:xfrm>
            <a:off x="8175748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0228BAD2-1690-4C20-84C8-EB1A80243FAC}"/>
              </a:ext>
            </a:extLst>
          </p:cNvPr>
          <p:cNvSpPr>
            <a:spLocks noGrp="1"/>
          </p:cNvSpPr>
          <p:nvPr/>
        </p:nvSpPr>
        <p:spPr>
          <a:xfrm>
            <a:off x="9066576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E93B2764-7835-4F0C-B793-A2EB0ABD1A85}"/>
              </a:ext>
            </a:extLst>
          </p:cNvPr>
          <p:cNvSpPr>
            <a:spLocks noGrp="1"/>
          </p:cNvSpPr>
          <p:nvPr/>
        </p:nvSpPr>
        <p:spPr>
          <a:xfrm>
            <a:off x="9957404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246E754C-0A82-42F1-A295-3F63941E671A}"/>
              </a:ext>
            </a:extLst>
          </p:cNvPr>
          <p:cNvSpPr>
            <a:spLocks noGrp="1"/>
          </p:cNvSpPr>
          <p:nvPr/>
        </p:nvSpPr>
        <p:spPr>
          <a:xfrm>
            <a:off x="457200" y="3264408"/>
            <a:ext cx="11277295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AF158229-BA4F-46CE-B136-1FAE21546104}"/>
              </a:ext>
            </a:extLst>
          </p:cNvPr>
          <p:cNvSpPr>
            <a:spLocks noGrp="1"/>
          </p:cNvSpPr>
          <p:nvPr/>
        </p:nvSpPr>
        <p:spPr>
          <a:xfrm>
            <a:off x="457200" y="3758184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68D8F9FC-0407-4FB6-951A-0672F03B059C}"/>
              </a:ext>
            </a:extLst>
          </p:cNvPr>
          <p:cNvSpPr>
            <a:spLocks noGrp="1"/>
          </p:cNvSpPr>
          <p:nvPr/>
        </p:nvSpPr>
        <p:spPr>
          <a:xfrm>
            <a:off x="457200" y="3264408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75526C4-BC22-43E0-998B-C38AC9537653}"/>
              </a:ext>
            </a:extLst>
          </p:cNvPr>
          <p:cNvSpPr>
            <a:spLocks noGrp="1"/>
          </p:cNvSpPr>
          <p:nvPr/>
        </p:nvSpPr>
        <p:spPr>
          <a:xfrm>
            <a:off x="2029968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963E799B-369F-4A9F-BD8B-FD16134E34DD}"/>
              </a:ext>
            </a:extLst>
          </p:cNvPr>
          <p:cNvSpPr>
            <a:spLocks noGrp="1"/>
          </p:cNvSpPr>
          <p:nvPr/>
        </p:nvSpPr>
        <p:spPr>
          <a:xfrm>
            <a:off x="2920796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23E0CBBA-C6DD-4255-87CD-8294BBB36DCF}"/>
              </a:ext>
            </a:extLst>
          </p:cNvPr>
          <p:cNvSpPr>
            <a:spLocks noGrp="1"/>
          </p:cNvSpPr>
          <p:nvPr/>
        </p:nvSpPr>
        <p:spPr>
          <a:xfrm>
            <a:off x="3811624" y="3264408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F4302CD4-8178-472C-92AB-C855A82C8C42}"/>
              </a:ext>
            </a:extLst>
          </p:cNvPr>
          <p:cNvSpPr>
            <a:spLocks noGrp="1"/>
          </p:cNvSpPr>
          <p:nvPr/>
        </p:nvSpPr>
        <p:spPr>
          <a:xfrm>
            <a:off x="5503264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7443EC76-780D-4B48-BD87-A147CC8B45A3}"/>
              </a:ext>
            </a:extLst>
          </p:cNvPr>
          <p:cNvSpPr>
            <a:spLocks noGrp="1"/>
          </p:cNvSpPr>
          <p:nvPr/>
        </p:nvSpPr>
        <p:spPr>
          <a:xfrm>
            <a:off x="6394092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329B1FB6-70B3-4D66-ACF8-85CE35B1411B}"/>
              </a:ext>
            </a:extLst>
          </p:cNvPr>
          <p:cNvSpPr>
            <a:spLocks noGrp="1"/>
          </p:cNvSpPr>
          <p:nvPr/>
        </p:nvSpPr>
        <p:spPr>
          <a:xfrm>
            <a:off x="7284920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8E2CE3CC-44FB-4C2D-B7D0-A827387C6EAB}"/>
              </a:ext>
            </a:extLst>
          </p:cNvPr>
          <p:cNvSpPr>
            <a:spLocks noGrp="1"/>
          </p:cNvSpPr>
          <p:nvPr/>
        </p:nvSpPr>
        <p:spPr>
          <a:xfrm>
            <a:off x="8175748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EB5BAF8-F564-4AE8-9286-99A6D84A104C}"/>
              </a:ext>
            </a:extLst>
          </p:cNvPr>
          <p:cNvSpPr>
            <a:spLocks noGrp="1"/>
          </p:cNvSpPr>
          <p:nvPr/>
        </p:nvSpPr>
        <p:spPr>
          <a:xfrm>
            <a:off x="9066576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1947C787-8C2B-4632-9998-BA43F5604BE1}"/>
              </a:ext>
            </a:extLst>
          </p:cNvPr>
          <p:cNvSpPr>
            <a:spLocks noGrp="1"/>
          </p:cNvSpPr>
          <p:nvPr/>
        </p:nvSpPr>
        <p:spPr>
          <a:xfrm>
            <a:off x="9957404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A370FA97-B910-4C98-8048-93AD696A7764}"/>
              </a:ext>
            </a:extLst>
          </p:cNvPr>
          <p:cNvSpPr>
            <a:spLocks noGrp="1"/>
          </p:cNvSpPr>
          <p:nvPr/>
        </p:nvSpPr>
        <p:spPr>
          <a:xfrm>
            <a:off x="457200" y="425196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991EF99F-1ADC-4C2B-985C-37F84F55873F}"/>
              </a:ext>
            </a:extLst>
          </p:cNvPr>
          <p:cNvSpPr>
            <a:spLocks noGrp="1"/>
          </p:cNvSpPr>
          <p:nvPr/>
        </p:nvSpPr>
        <p:spPr>
          <a:xfrm>
            <a:off x="457200" y="3758184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C4886561-447F-4979-AB05-119FB48319E4}"/>
              </a:ext>
            </a:extLst>
          </p:cNvPr>
          <p:cNvSpPr>
            <a:spLocks noGrp="1"/>
          </p:cNvSpPr>
          <p:nvPr/>
        </p:nvSpPr>
        <p:spPr>
          <a:xfrm>
            <a:off x="2029968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94E7F8F5-7F09-4FD9-B11B-D2EAA03B61C5}"/>
              </a:ext>
            </a:extLst>
          </p:cNvPr>
          <p:cNvSpPr>
            <a:spLocks noGrp="1"/>
          </p:cNvSpPr>
          <p:nvPr/>
        </p:nvSpPr>
        <p:spPr>
          <a:xfrm>
            <a:off x="2920796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97927B9F-B9DC-4E17-A183-17B2E03A150A}"/>
              </a:ext>
            </a:extLst>
          </p:cNvPr>
          <p:cNvSpPr>
            <a:spLocks noGrp="1"/>
          </p:cNvSpPr>
          <p:nvPr/>
        </p:nvSpPr>
        <p:spPr>
          <a:xfrm>
            <a:off x="3811624" y="3758184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65B5065F-560A-4AC0-B43B-3632A19D7740}"/>
              </a:ext>
            </a:extLst>
          </p:cNvPr>
          <p:cNvSpPr>
            <a:spLocks noGrp="1"/>
          </p:cNvSpPr>
          <p:nvPr/>
        </p:nvSpPr>
        <p:spPr>
          <a:xfrm>
            <a:off x="5503264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13CE70C5-2D9A-41B2-982D-2102E56E3CE9}"/>
              </a:ext>
            </a:extLst>
          </p:cNvPr>
          <p:cNvSpPr>
            <a:spLocks noGrp="1"/>
          </p:cNvSpPr>
          <p:nvPr/>
        </p:nvSpPr>
        <p:spPr>
          <a:xfrm>
            <a:off x="6394092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2154CD35-DF94-4DE8-A720-925D89CC5BD1}"/>
              </a:ext>
            </a:extLst>
          </p:cNvPr>
          <p:cNvSpPr>
            <a:spLocks noGrp="1"/>
          </p:cNvSpPr>
          <p:nvPr/>
        </p:nvSpPr>
        <p:spPr>
          <a:xfrm>
            <a:off x="7284920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B4CF4E79-DFC0-4637-8236-4071FF7B430D}"/>
              </a:ext>
            </a:extLst>
          </p:cNvPr>
          <p:cNvSpPr>
            <a:spLocks noGrp="1"/>
          </p:cNvSpPr>
          <p:nvPr/>
        </p:nvSpPr>
        <p:spPr>
          <a:xfrm>
            <a:off x="8175748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37653569-5ED7-4FB0-8C06-149E905AC7A8}"/>
              </a:ext>
            </a:extLst>
          </p:cNvPr>
          <p:cNvSpPr>
            <a:spLocks noGrp="1"/>
          </p:cNvSpPr>
          <p:nvPr/>
        </p:nvSpPr>
        <p:spPr>
          <a:xfrm>
            <a:off x="9066576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63461AF0-C552-4960-BE4C-CD222B690D46}"/>
              </a:ext>
            </a:extLst>
          </p:cNvPr>
          <p:cNvSpPr>
            <a:spLocks noGrp="1"/>
          </p:cNvSpPr>
          <p:nvPr/>
        </p:nvSpPr>
        <p:spPr>
          <a:xfrm>
            <a:off x="9957404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614150AD-34E2-4870-A731-CF61280CDE35}"/>
              </a:ext>
            </a:extLst>
          </p:cNvPr>
          <p:cNvSpPr>
            <a:spLocks noGrp="1"/>
          </p:cNvSpPr>
          <p:nvPr/>
        </p:nvSpPr>
        <p:spPr>
          <a:xfrm>
            <a:off x="457200" y="4251960"/>
            <a:ext cx="11277295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00BED1FD-BE8A-4F79-A0C7-AF977CA5BF38}"/>
              </a:ext>
            </a:extLst>
          </p:cNvPr>
          <p:cNvSpPr>
            <a:spLocks noGrp="1"/>
          </p:cNvSpPr>
          <p:nvPr/>
        </p:nvSpPr>
        <p:spPr>
          <a:xfrm>
            <a:off x="457200" y="4745736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831AA7AB-79C5-4A13-BD14-6923E8BA061E}"/>
              </a:ext>
            </a:extLst>
          </p:cNvPr>
          <p:cNvSpPr>
            <a:spLocks noGrp="1"/>
          </p:cNvSpPr>
          <p:nvPr/>
        </p:nvSpPr>
        <p:spPr>
          <a:xfrm>
            <a:off x="457200" y="4251960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0E36FE21-F873-4444-9386-86041028D3FE}"/>
              </a:ext>
            </a:extLst>
          </p:cNvPr>
          <p:cNvSpPr>
            <a:spLocks noGrp="1"/>
          </p:cNvSpPr>
          <p:nvPr/>
        </p:nvSpPr>
        <p:spPr>
          <a:xfrm>
            <a:off x="2029968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B6C6850F-C542-4F05-BD5A-06DE1EAF20E9}"/>
              </a:ext>
            </a:extLst>
          </p:cNvPr>
          <p:cNvSpPr>
            <a:spLocks noGrp="1"/>
          </p:cNvSpPr>
          <p:nvPr/>
        </p:nvSpPr>
        <p:spPr>
          <a:xfrm>
            <a:off x="2920796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79B7E381-60F1-454F-8BA5-5D4EE22E9B4C}"/>
              </a:ext>
            </a:extLst>
          </p:cNvPr>
          <p:cNvSpPr>
            <a:spLocks noGrp="1"/>
          </p:cNvSpPr>
          <p:nvPr/>
        </p:nvSpPr>
        <p:spPr>
          <a:xfrm>
            <a:off x="3811624" y="4251960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57D7B6CC-670B-4CB3-9441-CCF140A86C7E}"/>
              </a:ext>
            </a:extLst>
          </p:cNvPr>
          <p:cNvSpPr>
            <a:spLocks noGrp="1"/>
          </p:cNvSpPr>
          <p:nvPr/>
        </p:nvSpPr>
        <p:spPr>
          <a:xfrm>
            <a:off x="5503264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4A809846-8ABA-4224-81EF-B3608F2D865F}"/>
              </a:ext>
            </a:extLst>
          </p:cNvPr>
          <p:cNvSpPr>
            <a:spLocks noGrp="1"/>
          </p:cNvSpPr>
          <p:nvPr/>
        </p:nvSpPr>
        <p:spPr>
          <a:xfrm>
            <a:off x="6394092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89ADE821-1C92-4344-A5D7-26F07D5F8546}"/>
              </a:ext>
            </a:extLst>
          </p:cNvPr>
          <p:cNvSpPr>
            <a:spLocks noGrp="1"/>
          </p:cNvSpPr>
          <p:nvPr/>
        </p:nvSpPr>
        <p:spPr>
          <a:xfrm>
            <a:off x="7284920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5EBA4AA2-5B90-496F-ABD4-7C6AB4BC7766}"/>
              </a:ext>
            </a:extLst>
          </p:cNvPr>
          <p:cNvSpPr>
            <a:spLocks noGrp="1"/>
          </p:cNvSpPr>
          <p:nvPr/>
        </p:nvSpPr>
        <p:spPr>
          <a:xfrm>
            <a:off x="8175748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C2BB567C-5A21-4208-B3F3-F70AEA0E9756}"/>
              </a:ext>
            </a:extLst>
          </p:cNvPr>
          <p:cNvSpPr>
            <a:spLocks noGrp="1"/>
          </p:cNvSpPr>
          <p:nvPr/>
        </p:nvSpPr>
        <p:spPr>
          <a:xfrm>
            <a:off x="9066576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3" name="Text 60">
            <a:extLst>
              <a:ext uri="{FF2B5EF4-FFF2-40B4-BE49-F238E27FC236}">
                <a16:creationId xmlns:a16="http://schemas.microsoft.com/office/drawing/2014/main" id="{19F1EA7D-592C-4F2A-8EA5-BF78D4512584}"/>
              </a:ext>
            </a:extLst>
          </p:cNvPr>
          <p:cNvSpPr>
            <a:spLocks noGrp="1"/>
          </p:cNvSpPr>
          <p:nvPr/>
        </p:nvSpPr>
        <p:spPr>
          <a:xfrm>
            <a:off x="9957404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FD41B330-9288-4391-B600-8DE1F18A5498}"/>
              </a:ext>
            </a:extLst>
          </p:cNvPr>
          <p:cNvSpPr>
            <a:spLocks noGrp="1"/>
          </p:cNvSpPr>
          <p:nvPr/>
        </p:nvSpPr>
        <p:spPr>
          <a:xfrm>
            <a:off x="457200" y="5239512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93864A63-2B7C-462E-8651-B641636B146F}"/>
              </a:ext>
            </a:extLst>
          </p:cNvPr>
          <p:cNvSpPr>
            <a:spLocks noGrp="1"/>
          </p:cNvSpPr>
          <p:nvPr/>
        </p:nvSpPr>
        <p:spPr>
          <a:xfrm>
            <a:off x="457200" y="4745736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710B11EE-1BBE-467C-8363-AA3F1AFF44CA}"/>
              </a:ext>
            </a:extLst>
          </p:cNvPr>
          <p:cNvSpPr>
            <a:spLocks noGrp="1"/>
          </p:cNvSpPr>
          <p:nvPr/>
        </p:nvSpPr>
        <p:spPr>
          <a:xfrm>
            <a:off x="2029968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7" name="Text 64">
            <a:extLst>
              <a:ext uri="{FF2B5EF4-FFF2-40B4-BE49-F238E27FC236}">
                <a16:creationId xmlns:a16="http://schemas.microsoft.com/office/drawing/2014/main" id="{E770176D-A6F2-45C6-94EE-44008BFD0E5C}"/>
              </a:ext>
            </a:extLst>
          </p:cNvPr>
          <p:cNvSpPr>
            <a:spLocks noGrp="1"/>
          </p:cNvSpPr>
          <p:nvPr/>
        </p:nvSpPr>
        <p:spPr>
          <a:xfrm>
            <a:off x="2920796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8" name="Text 65">
            <a:extLst>
              <a:ext uri="{FF2B5EF4-FFF2-40B4-BE49-F238E27FC236}">
                <a16:creationId xmlns:a16="http://schemas.microsoft.com/office/drawing/2014/main" id="{924DF2FA-ECB1-4234-8B75-E456534D9E4B}"/>
              </a:ext>
            </a:extLst>
          </p:cNvPr>
          <p:cNvSpPr>
            <a:spLocks noGrp="1"/>
          </p:cNvSpPr>
          <p:nvPr/>
        </p:nvSpPr>
        <p:spPr>
          <a:xfrm>
            <a:off x="3811624" y="4745736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E56CA185-5AC7-4760-927D-2A5F08E11E1D}"/>
              </a:ext>
            </a:extLst>
          </p:cNvPr>
          <p:cNvSpPr>
            <a:spLocks noGrp="1"/>
          </p:cNvSpPr>
          <p:nvPr/>
        </p:nvSpPr>
        <p:spPr>
          <a:xfrm>
            <a:off x="5503264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324FD1BD-A3D0-4FA6-B5A1-91497838B59D}"/>
              </a:ext>
            </a:extLst>
          </p:cNvPr>
          <p:cNvSpPr>
            <a:spLocks noGrp="1"/>
          </p:cNvSpPr>
          <p:nvPr/>
        </p:nvSpPr>
        <p:spPr>
          <a:xfrm>
            <a:off x="6394092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1" name="Text 68">
            <a:extLst>
              <a:ext uri="{FF2B5EF4-FFF2-40B4-BE49-F238E27FC236}">
                <a16:creationId xmlns:a16="http://schemas.microsoft.com/office/drawing/2014/main" id="{739FD630-619A-4B7B-B6E2-0C2D88611059}"/>
              </a:ext>
            </a:extLst>
          </p:cNvPr>
          <p:cNvSpPr>
            <a:spLocks noGrp="1"/>
          </p:cNvSpPr>
          <p:nvPr/>
        </p:nvSpPr>
        <p:spPr>
          <a:xfrm>
            <a:off x="7284920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2" name="Text 69">
            <a:extLst>
              <a:ext uri="{FF2B5EF4-FFF2-40B4-BE49-F238E27FC236}">
                <a16:creationId xmlns:a16="http://schemas.microsoft.com/office/drawing/2014/main" id="{4AA973E2-0E7B-465D-BF43-EC3D909F91B8}"/>
              </a:ext>
            </a:extLst>
          </p:cNvPr>
          <p:cNvSpPr>
            <a:spLocks noGrp="1"/>
          </p:cNvSpPr>
          <p:nvPr/>
        </p:nvSpPr>
        <p:spPr>
          <a:xfrm>
            <a:off x="8175748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3" name="Text 70">
            <a:extLst>
              <a:ext uri="{FF2B5EF4-FFF2-40B4-BE49-F238E27FC236}">
                <a16:creationId xmlns:a16="http://schemas.microsoft.com/office/drawing/2014/main" id="{DEBC1ABF-AA69-4ECC-AAFF-DADBEA4CEF10}"/>
              </a:ext>
            </a:extLst>
          </p:cNvPr>
          <p:cNvSpPr>
            <a:spLocks noGrp="1"/>
          </p:cNvSpPr>
          <p:nvPr/>
        </p:nvSpPr>
        <p:spPr>
          <a:xfrm>
            <a:off x="9066576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4" name="Text 71">
            <a:extLst>
              <a:ext uri="{FF2B5EF4-FFF2-40B4-BE49-F238E27FC236}">
                <a16:creationId xmlns:a16="http://schemas.microsoft.com/office/drawing/2014/main" id="{7D200755-CC66-4E09-9BE4-ACD0F1CFDB26}"/>
              </a:ext>
            </a:extLst>
          </p:cNvPr>
          <p:cNvSpPr>
            <a:spLocks noGrp="1"/>
          </p:cNvSpPr>
          <p:nvPr/>
        </p:nvSpPr>
        <p:spPr>
          <a:xfrm>
            <a:off x="9957404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5" name="Shape 72">
            <a:extLst>
              <a:ext uri="{FF2B5EF4-FFF2-40B4-BE49-F238E27FC236}">
                <a16:creationId xmlns:a16="http://schemas.microsoft.com/office/drawing/2014/main" id="{33796C03-1CDF-4587-8184-6BDF23F20F46}"/>
              </a:ext>
            </a:extLst>
          </p:cNvPr>
          <p:cNvSpPr>
            <a:spLocks noGrp="1"/>
          </p:cNvSpPr>
          <p:nvPr/>
        </p:nvSpPr>
        <p:spPr>
          <a:xfrm>
            <a:off x="457200" y="5239512"/>
            <a:ext cx="11277295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3">
            <a:extLst>
              <a:ext uri="{FF2B5EF4-FFF2-40B4-BE49-F238E27FC236}">
                <a16:creationId xmlns:a16="http://schemas.microsoft.com/office/drawing/2014/main" id="{8E18143B-CDEB-4A18-B633-E1DE9D621CB4}"/>
              </a:ext>
            </a:extLst>
          </p:cNvPr>
          <p:cNvSpPr>
            <a:spLocks noGrp="1"/>
          </p:cNvSpPr>
          <p:nvPr/>
        </p:nvSpPr>
        <p:spPr>
          <a:xfrm>
            <a:off x="457200" y="5733288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4">
            <a:extLst>
              <a:ext uri="{FF2B5EF4-FFF2-40B4-BE49-F238E27FC236}">
                <a16:creationId xmlns:a16="http://schemas.microsoft.com/office/drawing/2014/main" id="{80A3A6F2-A793-43F1-9BC3-890930B04413}"/>
              </a:ext>
            </a:extLst>
          </p:cNvPr>
          <p:cNvSpPr>
            <a:spLocks noGrp="1"/>
          </p:cNvSpPr>
          <p:nvPr/>
        </p:nvSpPr>
        <p:spPr>
          <a:xfrm>
            <a:off x="457200" y="5239512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78" name="Text 75">
            <a:extLst>
              <a:ext uri="{FF2B5EF4-FFF2-40B4-BE49-F238E27FC236}">
                <a16:creationId xmlns:a16="http://schemas.microsoft.com/office/drawing/2014/main" id="{0CC1ED76-0394-44F4-A180-52D50F23BBD4}"/>
              </a:ext>
            </a:extLst>
          </p:cNvPr>
          <p:cNvSpPr>
            <a:spLocks noGrp="1"/>
          </p:cNvSpPr>
          <p:nvPr/>
        </p:nvSpPr>
        <p:spPr>
          <a:xfrm>
            <a:off x="2029968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79" name="Text 76">
            <a:extLst>
              <a:ext uri="{FF2B5EF4-FFF2-40B4-BE49-F238E27FC236}">
                <a16:creationId xmlns:a16="http://schemas.microsoft.com/office/drawing/2014/main" id="{33EE6920-9B5F-4D0D-8618-00150FE09B65}"/>
              </a:ext>
            </a:extLst>
          </p:cNvPr>
          <p:cNvSpPr>
            <a:spLocks noGrp="1"/>
          </p:cNvSpPr>
          <p:nvPr/>
        </p:nvSpPr>
        <p:spPr>
          <a:xfrm>
            <a:off x="2920796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0" name="Text 77">
            <a:extLst>
              <a:ext uri="{FF2B5EF4-FFF2-40B4-BE49-F238E27FC236}">
                <a16:creationId xmlns:a16="http://schemas.microsoft.com/office/drawing/2014/main" id="{FA5BC46D-60EC-4839-8019-516F95EBD20F}"/>
              </a:ext>
            </a:extLst>
          </p:cNvPr>
          <p:cNvSpPr>
            <a:spLocks noGrp="1"/>
          </p:cNvSpPr>
          <p:nvPr/>
        </p:nvSpPr>
        <p:spPr>
          <a:xfrm>
            <a:off x="3811624" y="5239512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1" name="Text 78">
            <a:extLst>
              <a:ext uri="{FF2B5EF4-FFF2-40B4-BE49-F238E27FC236}">
                <a16:creationId xmlns:a16="http://schemas.microsoft.com/office/drawing/2014/main" id="{64E1B145-0F25-4C22-A05D-FE5C130AA1BC}"/>
              </a:ext>
            </a:extLst>
          </p:cNvPr>
          <p:cNvSpPr>
            <a:spLocks noGrp="1"/>
          </p:cNvSpPr>
          <p:nvPr/>
        </p:nvSpPr>
        <p:spPr>
          <a:xfrm>
            <a:off x="5503264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2" name="Text 79">
            <a:extLst>
              <a:ext uri="{FF2B5EF4-FFF2-40B4-BE49-F238E27FC236}">
                <a16:creationId xmlns:a16="http://schemas.microsoft.com/office/drawing/2014/main" id="{DB42EEC7-1D5E-470D-9E13-7BFCAC49362E}"/>
              </a:ext>
            </a:extLst>
          </p:cNvPr>
          <p:cNvSpPr>
            <a:spLocks noGrp="1"/>
          </p:cNvSpPr>
          <p:nvPr/>
        </p:nvSpPr>
        <p:spPr>
          <a:xfrm>
            <a:off x="6394092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3" name="Text 80">
            <a:extLst>
              <a:ext uri="{FF2B5EF4-FFF2-40B4-BE49-F238E27FC236}">
                <a16:creationId xmlns:a16="http://schemas.microsoft.com/office/drawing/2014/main" id="{1A2F88DD-7030-4314-A314-A504AACC192A}"/>
              </a:ext>
            </a:extLst>
          </p:cNvPr>
          <p:cNvSpPr>
            <a:spLocks noGrp="1"/>
          </p:cNvSpPr>
          <p:nvPr/>
        </p:nvSpPr>
        <p:spPr>
          <a:xfrm>
            <a:off x="7284920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4" name="Text 81">
            <a:extLst>
              <a:ext uri="{FF2B5EF4-FFF2-40B4-BE49-F238E27FC236}">
                <a16:creationId xmlns:a16="http://schemas.microsoft.com/office/drawing/2014/main" id="{A5AA5836-E464-484B-A4B1-87AD1C5F6D26}"/>
              </a:ext>
            </a:extLst>
          </p:cNvPr>
          <p:cNvSpPr>
            <a:spLocks noGrp="1"/>
          </p:cNvSpPr>
          <p:nvPr/>
        </p:nvSpPr>
        <p:spPr>
          <a:xfrm>
            <a:off x="8175748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5" name="Text 82">
            <a:extLst>
              <a:ext uri="{FF2B5EF4-FFF2-40B4-BE49-F238E27FC236}">
                <a16:creationId xmlns:a16="http://schemas.microsoft.com/office/drawing/2014/main" id="{3CF9771A-4BF8-4EC3-BA96-E45C75FD98A5}"/>
              </a:ext>
            </a:extLst>
          </p:cNvPr>
          <p:cNvSpPr>
            <a:spLocks noGrp="1"/>
          </p:cNvSpPr>
          <p:nvPr/>
        </p:nvSpPr>
        <p:spPr>
          <a:xfrm>
            <a:off x="9066576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6" name="Text 83">
            <a:extLst>
              <a:ext uri="{FF2B5EF4-FFF2-40B4-BE49-F238E27FC236}">
                <a16:creationId xmlns:a16="http://schemas.microsoft.com/office/drawing/2014/main" id="{86D11311-0BD1-4590-8050-9F490382150D}"/>
              </a:ext>
            </a:extLst>
          </p:cNvPr>
          <p:cNvSpPr>
            <a:spLocks noGrp="1"/>
          </p:cNvSpPr>
          <p:nvPr/>
        </p:nvSpPr>
        <p:spPr>
          <a:xfrm>
            <a:off x="9957404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87" name="Shape 84">
            <a:extLst>
              <a:ext uri="{FF2B5EF4-FFF2-40B4-BE49-F238E27FC236}">
                <a16:creationId xmlns:a16="http://schemas.microsoft.com/office/drawing/2014/main" id="{CBB8B6A9-C524-4B29-B509-DB629079F008}"/>
              </a:ext>
            </a:extLst>
          </p:cNvPr>
          <p:cNvSpPr>
            <a:spLocks noGrp="1"/>
          </p:cNvSpPr>
          <p:nvPr/>
        </p:nvSpPr>
        <p:spPr>
          <a:xfrm>
            <a:off x="457200" y="6227064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5">
            <a:extLst>
              <a:ext uri="{FF2B5EF4-FFF2-40B4-BE49-F238E27FC236}">
                <a16:creationId xmlns:a16="http://schemas.microsoft.com/office/drawing/2014/main" id="{1748C208-A059-493B-95D8-69B8C1C4016F}"/>
              </a:ext>
            </a:extLst>
          </p:cNvPr>
          <p:cNvSpPr>
            <a:spLocks noGrp="1"/>
          </p:cNvSpPr>
          <p:nvPr/>
        </p:nvSpPr>
        <p:spPr>
          <a:xfrm>
            <a:off x="457200" y="5733288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89" name="Text 86">
            <a:extLst>
              <a:ext uri="{FF2B5EF4-FFF2-40B4-BE49-F238E27FC236}">
                <a16:creationId xmlns:a16="http://schemas.microsoft.com/office/drawing/2014/main" id="{A8222595-B281-4A0A-9BB5-D963A40274AD}"/>
              </a:ext>
            </a:extLst>
          </p:cNvPr>
          <p:cNvSpPr>
            <a:spLocks noGrp="1"/>
          </p:cNvSpPr>
          <p:nvPr/>
        </p:nvSpPr>
        <p:spPr>
          <a:xfrm>
            <a:off x="2029968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0" name="Text 87">
            <a:extLst>
              <a:ext uri="{FF2B5EF4-FFF2-40B4-BE49-F238E27FC236}">
                <a16:creationId xmlns:a16="http://schemas.microsoft.com/office/drawing/2014/main" id="{8E2AA804-3218-477E-8C15-5FA246DF0211}"/>
              </a:ext>
            </a:extLst>
          </p:cNvPr>
          <p:cNvSpPr>
            <a:spLocks noGrp="1"/>
          </p:cNvSpPr>
          <p:nvPr/>
        </p:nvSpPr>
        <p:spPr>
          <a:xfrm>
            <a:off x="2920796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1" name="Text 88">
            <a:extLst>
              <a:ext uri="{FF2B5EF4-FFF2-40B4-BE49-F238E27FC236}">
                <a16:creationId xmlns:a16="http://schemas.microsoft.com/office/drawing/2014/main" id="{B427913A-A270-4F26-BC71-5A1B24A93833}"/>
              </a:ext>
            </a:extLst>
          </p:cNvPr>
          <p:cNvSpPr>
            <a:spLocks noGrp="1"/>
          </p:cNvSpPr>
          <p:nvPr/>
        </p:nvSpPr>
        <p:spPr>
          <a:xfrm>
            <a:off x="3811624" y="5733288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2" name="Text 89">
            <a:extLst>
              <a:ext uri="{FF2B5EF4-FFF2-40B4-BE49-F238E27FC236}">
                <a16:creationId xmlns:a16="http://schemas.microsoft.com/office/drawing/2014/main" id="{B4112645-5498-4BEF-A01F-341862CF906C}"/>
              </a:ext>
            </a:extLst>
          </p:cNvPr>
          <p:cNvSpPr>
            <a:spLocks noGrp="1"/>
          </p:cNvSpPr>
          <p:nvPr/>
        </p:nvSpPr>
        <p:spPr>
          <a:xfrm>
            <a:off x="5503264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3" name="Text 90">
            <a:extLst>
              <a:ext uri="{FF2B5EF4-FFF2-40B4-BE49-F238E27FC236}">
                <a16:creationId xmlns:a16="http://schemas.microsoft.com/office/drawing/2014/main" id="{DE1D044C-AA1C-4AAD-8388-F81F65E9EFD6}"/>
              </a:ext>
            </a:extLst>
          </p:cNvPr>
          <p:cNvSpPr>
            <a:spLocks noGrp="1"/>
          </p:cNvSpPr>
          <p:nvPr/>
        </p:nvSpPr>
        <p:spPr>
          <a:xfrm>
            <a:off x="6394092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4" name="Text 91">
            <a:extLst>
              <a:ext uri="{FF2B5EF4-FFF2-40B4-BE49-F238E27FC236}">
                <a16:creationId xmlns:a16="http://schemas.microsoft.com/office/drawing/2014/main" id="{3FCCA37B-A892-41C2-B4B8-26D4EA177943}"/>
              </a:ext>
            </a:extLst>
          </p:cNvPr>
          <p:cNvSpPr>
            <a:spLocks noGrp="1"/>
          </p:cNvSpPr>
          <p:nvPr/>
        </p:nvSpPr>
        <p:spPr>
          <a:xfrm>
            <a:off x="7284920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5" name="Text 92">
            <a:extLst>
              <a:ext uri="{FF2B5EF4-FFF2-40B4-BE49-F238E27FC236}">
                <a16:creationId xmlns:a16="http://schemas.microsoft.com/office/drawing/2014/main" id="{A1DAA120-16A2-4B7A-9095-7CD946F94E2B}"/>
              </a:ext>
            </a:extLst>
          </p:cNvPr>
          <p:cNvSpPr>
            <a:spLocks noGrp="1"/>
          </p:cNvSpPr>
          <p:nvPr/>
        </p:nvSpPr>
        <p:spPr>
          <a:xfrm>
            <a:off x="8175748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6" name="Text 93">
            <a:extLst>
              <a:ext uri="{FF2B5EF4-FFF2-40B4-BE49-F238E27FC236}">
                <a16:creationId xmlns:a16="http://schemas.microsoft.com/office/drawing/2014/main" id="{B0AB3D7D-D96D-4E19-9DA0-8CE404A6CFF9}"/>
              </a:ext>
            </a:extLst>
          </p:cNvPr>
          <p:cNvSpPr>
            <a:spLocks noGrp="1"/>
          </p:cNvSpPr>
          <p:nvPr/>
        </p:nvSpPr>
        <p:spPr>
          <a:xfrm>
            <a:off x="9066576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7" name="Text 94">
            <a:extLst>
              <a:ext uri="{FF2B5EF4-FFF2-40B4-BE49-F238E27FC236}">
                <a16:creationId xmlns:a16="http://schemas.microsoft.com/office/drawing/2014/main" id="{75D7D3C8-4D1E-4DDF-9CFA-3B9186E49BCB}"/>
              </a:ext>
            </a:extLst>
          </p:cNvPr>
          <p:cNvSpPr>
            <a:spLocks noGrp="1"/>
          </p:cNvSpPr>
          <p:nvPr/>
        </p:nvSpPr>
        <p:spPr>
          <a:xfrm>
            <a:off x="9957404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8" name="Shape 95">
            <a:extLst>
              <a:ext uri="{FF2B5EF4-FFF2-40B4-BE49-F238E27FC236}">
                <a16:creationId xmlns:a16="http://schemas.microsoft.com/office/drawing/2014/main" id="{F5B658A8-59DD-4145-801C-CF7A08F0434B}"/>
              </a:ext>
            </a:extLst>
          </p:cNvPr>
          <p:cNvSpPr>
            <a:spLocks noGrp="1"/>
          </p:cNvSpPr>
          <p:nvPr/>
        </p:nvSpPr>
        <p:spPr>
          <a:xfrm>
            <a:off x="457200" y="6227064"/>
            <a:ext cx="11277295" cy="493776"/>
          </a:xfrm>
          <a:prstGeom prst="roundRect">
            <a:avLst>
              <a:gd name="adj" fmla="val 14815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Text 96">
            <a:extLst>
              <a:ext uri="{FF2B5EF4-FFF2-40B4-BE49-F238E27FC236}">
                <a16:creationId xmlns:a16="http://schemas.microsoft.com/office/drawing/2014/main" id="{D13909CA-07C3-49F9-828F-9E213B4C9BE7}"/>
              </a:ext>
            </a:extLst>
          </p:cNvPr>
          <p:cNvSpPr>
            <a:spLocks noGrp="1"/>
          </p:cNvSpPr>
          <p:nvPr/>
        </p:nvSpPr>
        <p:spPr>
          <a:xfrm>
            <a:off x="457200" y="6227064"/>
            <a:ext cx="1572768" cy="493776"/>
          </a:xfrm>
          <a:prstGeom prst="rect">
            <a:avLst/>
          </a:prstGeom>
          <a:noFill/>
        </p:spPr>
        <p:txBody>
          <a:bodyPr wrap="square" lIns="101600" tIns="101600" rIns="101600" bIns="101600" anchor="ctr">
            <a:normAutofit/>
          </a:bodyPr>
          <a:lstStyle/>
          <a:p>
            <a:pPr marL="0" indent="0" algn="l">
              <a:buNone/>
            </a:pPr>
            <a:endParaRPr sz="1100"/>
          </a:p>
        </p:txBody>
      </p:sp>
      <p:sp>
        <p:nvSpPr>
          <p:cNvPr id="100" name="Text 97">
            <a:extLst>
              <a:ext uri="{FF2B5EF4-FFF2-40B4-BE49-F238E27FC236}">
                <a16:creationId xmlns:a16="http://schemas.microsoft.com/office/drawing/2014/main" id="{2CE5D9F4-0F46-4773-A121-0CDD8125D5E1}"/>
              </a:ext>
            </a:extLst>
          </p:cNvPr>
          <p:cNvSpPr>
            <a:spLocks noGrp="1"/>
          </p:cNvSpPr>
          <p:nvPr/>
        </p:nvSpPr>
        <p:spPr>
          <a:xfrm>
            <a:off x="2029968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1" name="Text 98">
            <a:extLst>
              <a:ext uri="{FF2B5EF4-FFF2-40B4-BE49-F238E27FC236}">
                <a16:creationId xmlns:a16="http://schemas.microsoft.com/office/drawing/2014/main" id="{85820956-FA45-493A-BAB0-8F77A1F70D41}"/>
              </a:ext>
            </a:extLst>
          </p:cNvPr>
          <p:cNvSpPr>
            <a:spLocks noGrp="1"/>
          </p:cNvSpPr>
          <p:nvPr/>
        </p:nvSpPr>
        <p:spPr>
          <a:xfrm>
            <a:off x="2920796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2" name="Text 99">
            <a:extLst>
              <a:ext uri="{FF2B5EF4-FFF2-40B4-BE49-F238E27FC236}">
                <a16:creationId xmlns:a16="http://schemas.microsoft.com/office/drawing/2014/main" id="{A23FD449-2DBC-419E-A162-E6AEE8806101}"/>
              </a:ext>
            </a:extLst>
          </p:cNvPr>
          <p:cNvSpPr>
            <a:spLocks noGrp="1"/>
          </p:cNvSpPr>
          <p:nvPr/>
        </p:nvSpPr>
        <p:spPr>
          <a:xfrm>
            <a:off x="3811624" y="6227064"/>
            <a:ext cx="16916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3" name="Text 100">
            <a:extLst>
              <a:ext uri="{FF2B5EF4-FFF2-40B4-BE49-F238E27FC236}">
                <a16:creationId xmlns:a16="http://schemas.microsoft.com/office/drawing/2014/main" id="{698BDADD-C8B3-49D2-A96A-2D51F66E2EDB}"/>
              </a:ext>
            </a:extLst>
          </p:cNvPr>
          <p:cNvSpPr>
            <a:spLocks noGrp="1"/>
          </p:cNvSpPr>
          <p:nvPr/>
        </p:nvSpPr>
        <p:spPr>
          <a:xfrm>
            <a:off x="5503264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4" name="Text 101">
            <a:extLst>
              <a:ext uri="{FF2B5EF4-FFF2-40B4-BE49-F238E27FC236}">
                <a16:creationId xmlns:a16="http://schemas.microsoft.com/office/drawing/2014/main" id="{2347454F-162B-4611-8805-2F379386823D}"/>
              </a:ext>
            </a:extLst>
          </p:cNvPr>
          <p:cNvSpPr>
            <a:spLocks noGrp="1"/>
          </p:cNvSpPr>
          <p:nvPr/>
        </p:nvSpPr>
        <p:spPr>
          <a:xfrm>
            <a:off x="6394092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5" name="Text 102">
            <a:extLst>
              <a:ext uri="{FF2B5EF4-FFF2-40B4-BE49-F238E27FC236}">
                <a16:creationId xmlns:a16="http://schemas.microsoft.com/office/drawing/2014/main" id="{9B3AC160-A1F7-4118-B750-8F485E8E9391}"/>
              </a:ext>
            </a:extLst>
          </p:cNvPr>
          <p:cNvSpPr>
            <a:spLocks noGrp="1"/>
          </p:cNvSpPr>
          <p:nvPr/>
        </p:nvSpPr>
        <p:spPr>
          <a:xfrm>
            <a:off x="7284920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6" name="Text 103">
            <a:extLst>
              <a:ext uri="{FF2B5EF4-FFF2-40B4-BE49-F238E27FC236}">
                <a16:creationId xmlns:a16="http://schemas.microsoft.com/office/drawing/2014/main" id="{A583605E-2BC2-46AC-9D64-D5789A17566B}"/>
              </a:ext>
            </a:extLst>
          </p:cNvPr>
          <p:cNvSpPr>
            <a:spLocks noGrp="1"/>
          </p:cNvSpPr>
          <p:nvPr/>
        </p:nvSpPr>
        <p:spPr>
          <a:xfrm>
            <a:off x="8175748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7" name="Text 104">
            <a:extLst>
              <a:ext uri="{FF2B5EF4-FFF2-40B4-BE49-F238E27FC236}">
                <a16:creationId xmlns:a16="http://schemas.microsoft.com/office/drawing/2014/main" id="{F5E6677C-E2B9-4FCF-910E-41D6EBCAEDFC}"/>
              </a:ext>
            </a:extLst>
          </p:cNvPr>
          <p:cNvSpPr>
            <a:spLocks noGrp="1"/>
          </p:cNvSpPr>
          <p:nvPr/>
        </p:nvSpPr>
        <p:spPr>
          <a:xfrm>
            <a:off x="9066576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8" name="Text 105">
            <a:extLst>
              <a:ext uri="{FF2B5EF4-FFF2-40B4-BE49-F238E27FC236}">
                <a16:creationId xmlns:a16="http://schemas.microsoft.com/office/drawing/2014/main" id="{3193896B-186D-41A3-B226-0FC70F760CA8}"/>
              </a:ext>
            </a:extLst>
          </p:cNvPr>
          <p:cNvSpPr>
            <a:spLocks noGrp="1"/>
          </p:cNvSpPr>
          <p:nvPr/>
        </p:nvSpPr>
        <p:spPr>
          <a:xfrm>
            <a:off x="9957404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9" name="Text 106">
            <a:extLst>
              <a:ext uri="{FF2B5EF4-FFF2-40B4-BE49-F238E27FC236}">
                <a16:creationId xmlns:a16="http://schemas.microsoft.com/office/drawing/2014/main" id="{7A9A1BE5-D355-4008-B4C1-1D21F36F63EF}"/>
              </a:ext>
            </a:extLst>
          </p:cNvPr>
          <p:cNvSpPr>
            <a:spLocks noGrp="1"/>
          </p:cNvSpPr>
          <p:nvPr/>
        </p:nvSpPr>
        <p:spPr>
          <a:xfrm>
            <a:off x="457200" y="6775704"/>
            <a:ext cx="11277295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endParaRPr sz="900"/>
          </a:p>
        </p:txBody>
      </p:sp>
      <p:sp>
        <p:nvSpPr>
          <p:cNvPr id="110" name="Text 14">
            <a:extLst>
              <a:ext uri="{FF2B5EF4-FFF2-40B4-BE49-F238E27FC236}">
                <a16:creationId xmlns:a16="http://schemas.microsoft.com/office/drawing/2014/main" id="{6B7882EA-C3F1-4EC0-ACCB-D5B8C2550FFB}"/>
              </a:ext>
            </a:extLst>
          </p:cNvPr>
          <p:cNvSpPr>
            <a:spLocks noGrp="1"/>
          </p:cNvSpPr>
          <p:nvPr/>
        </p:nvSpPr>
        <p:spPr>
          <a:xfrm>
            <a:off x="10848232" y="227685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1" name="Text 25">
            <a:extLst>
              <a:ext uri="{FF2B5EF4-FFF2-40B4-BE49-F238E27FC236}">
                <a16:creationId xmlns:a16="http://schemas.microsoft.com/office/drawing/2014/main" id="{FC353349-FBE7-4D0F-9770-57D8CDD26AED}"/>
              </a:ext>
            </a:extLst>
          </p:cNvPr>
          <p:cNvSpPr>
            <a:spLocks noGrp="1"/>
          </p:cNvSpPr>
          <p:nvPr/>
        </p:nvSpPr>
        <p:spPr>
          <a:xfrm>
            <a:off x="10848232" y="277063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2" name="Text 37">
            <a:extLst>
              <a:ext uri="{FF2B5EF4-FFF2-40B4-BE49-F238E27FC236}">
                <a16:creationId xmlns:a16="http://schemas.microsoft.com/office/drawing/2014/main" id="{D13C36D3-BC26-455C-B88A-808F2F3EB9DE}"/>
              </a:ext>
            </a:extLst>
          </p:cNvPr>
          <p:cNvSpPr>
            <a:spLocks noGrp="1"/>
          </p:cNvSpPr>
          <p:nvPr/>
        </p:nvSpPr>
        <p:spPr>
          <a:xfrm>
            <a:off x="10848232" y="326440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3" name="Text 48">
            <a:extLst>
              <a:ext uri="{FF2B5EF4-FFF2-40B4-BE49-F238E27FC236}">
                <a16:creationId xmlns:a16="http://schemas.microsoft.com/office/drawing/2014/main" id="{BDB2EADF-CADE-4664-AFD8-938A46C217E3}"/>
              </a:ext>
            </a:extLst>
          </p:cNvPr>
          <p:cNvSpPr>
            <a:spLocks noGrp="1"/>
          </p:cNvSpPr>
          <p:nvPr/>
        </p:nvSpPr>
        <p:spPr>
          <a:xfrm>
            <a:off x="10848232" y="375818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4" name="Text 60">
            <a:extLst>
              <a:ext uri="{FF2B5EF4-FFF2-40B4-BE49-F238E27FC236}">
                <a16:creationId xmlns:a16="http://schemas.microsoft.com/office/drawing/2014/main" id="{4A40AF6E-855E-4FFB-BD86-CABC710F6561}"/>
              </a:ext>
            </a:extLst>
          </p:cNvPr>
          <p:cNvSpPr>
            <a:spLocks noGrp="1"/>
          </p:cNvSpPr>
          <p:nvPr/>
        </p:nvSpPr>
        <p:spPr>
          <a:xfrm>
            <a:off x="10848232" y="4251960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5" name="Text 71">
            <a:extLst>
              <a:ext uri="{FF2B5EF4-FFF2-40B4-BE49-F238E27FC236}">
                <a16:creationId xmlns:a16="http://schemas.microsoft.com/office/drawing/2014/main" id="{1A7CD961-D3ED-4B30-BBAF-FFCEE92D4DE8}"/>
              </a:ext>
            </a:extLst>
          </p:cNvPr>
          <p:cNvSpPr>
            <a:spLocks noGrp="1"/>
          </p:cNvSpPr>
          <p:nvPr/>
        </p:nvSpPr>
        <p:spPr>
          <a:xfrm>
            <a:off x="10848232" y="4745736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6" name="Text 83">
            <a:extLst>
              <a:ext uri="{FF2B5EF4-FFF2-40B4-BE49-F238E27FC236}">
                <a16:creationId xmlns:a16="http://schemas.microsoft.com/office/drawing/2014/main" id="{D91F0FE5-EB51-43E3-A82D-583EDF35B46E}"/>
              </a:ext>
            </a:extLst>
          </p:cNvPr>
          <p:cNvSpPr>
            <a:spLocks noGrp="1"/>
          </p:cNvSpPr>
          <p:nvPr/>
        </p:nvSpPr>
        <p:spPr>
          <a:xfrm>
            <a:off x="10848232" y="5239512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7" name="Text 94">
            <a:extLst>
              <a:ext uri="{FF2B5EF4-FFF2-40B4-BE49-F238E27FC236}">
                <a16:creationId xmlns:a16="http://schemas.microsoft.com/office/drawing/2014/main" id="{05506E08-F1B8-41F2-A670-D0A64B0DAD35}"/>
              </a:ext>
            </a:extLst>
          </p:cNvPr>
          <p:cNvSpPr>
            <a:spLocks noGrp="1"/>
          </p:cNvSpPr>
          <p:nvPr/>
        </p:nvSpPr>
        <p:spPr>
          <a:xfrm>
            <a:off x="10848232" y="5733288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18" name="Text 105">
            <a:extLst>
              <a:ext uri="{FF2B5EF4-FFF2-40B4-BE49-F238E27FC236}">
                <a16:creationId xmlns:a16="http://schemas.microsoft.com/office/drawing/2014/main" id="{844E4DB1-A375-4364-956C-F2B6531BD072}"/>
              </a:ext>
            </a:extLst>
          </p:cNvPr>
          <p:cNvSpPr>
            <a:spLocks noGrp="1"/>
          </p:cNvSpPr>
          <p:nvPr/>
        </p:nvSpPr>
        <p:spPr>
          <a:xfrm>
            <a:off x="10848232" y="6227064"/>
            <a:ext cx="890828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A19FED61-98C5-499C-B65E-63B39FC3D9DF}"/>
              </a:ext>
            </a:extLst>
          </p:cNvPr>
          <p:cNvSpPr>
            <a:spLocks noGrp="1"/>
          </p:cNvSpPr>
          <p:nvPr/>
        </p:nvSpPr>
        <p:spPr>
          <a:xfrm>
            <a:off x="457200" y="2276475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팀원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1B7A632D-0A70-4ADB-9E60-000127F74198}"/>
              </a:ext>
            </a:extLst>
          </p:cNvPr>
          <p:cNvSpPr>
            <a:spLocks noGrp="1"/>
          </p:cNvSpPr>
          <p:nvPr/>
        </p:nvSpPr>
        <p:spPr>
          <a:xfrm>
            <a:off x="1866900" y="2276475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필드일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339D8442-91C6-4CDB-A9B6-8B49DD4A69EA}"/>
              </a:ext>
            </a:extLst>
          </p:cNvPr>
          <p:cNvSpPr>
            <a:spLocks noGrp="1"/>
          </p:cNvSpPr>
          <p:nvPr/>
        </p:nvSpPr>
        <p:spPr>
          <a:xfrm>
            <a:off x="2647950" y="22764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세일즈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AD5D066-794B-4BED-BB28-47FA0C3A64E7}"/>
              </a:ext>
            </a:extLst>
          </p:cNvPr>
          <p:cNvSpPr>
            <a:spLocks noGrp="1"/>
          </p:cNvSpPr>
          <p:nvPr/>
        </p:nvSpPr>
        <p:spPr>
          <a:xfrm>
            <a:off x="3390900" y="2276475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인컴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85EAC662-0345-450B-81C2-87CC88BBF62B}"/>
              </a:ext>
            </a:extLst>
          </p:cNvPr>
          <p:cNvSpPr>
            <a:spLocks noGrp="1"/>
          </p:cNvSpPr>
          <p:nvPr/>
        </p:nvSpPr>
        <p:spPr>
          <a:xfrm>
            <a:off x="4933950" y="22764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리젝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3570A82F-A7C9-4C80-8E68-2D140BA98675}"/>
              </a:ext>
            </a:extLst>
          </p:cNvPr>
          <p:cNvSpPr>
            <a:spLocks noGrp="1"/>
          </p:cNvSpPr>
          <p:nvPr/>
        </p:nvSpPr>
        <p:spPr>
          <a:xfrm>
            <a:off x="5676900" y="22764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리섭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4067B8A4-5F79-4502-912A-3D68B26C5251}"/>
              </a:ext>
            </a:extLst>
          </p:cNvPr>
          <p:cNvSpPr>
            <a:spLocks noGrp="1"/>
          </p:cNvSpPr>
          <p:nvPr/>
        </p:nvSpPr>
        <p:spPr>
          <a:xfrm>
            <a:off x="6419850" y="2276475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리젝률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E3075ED9-632C-41E0-9172-5353E16C42E4}"/>
              </a:ext>
            </a:extLst>
          </p:cNvPr>
          <p:cNvSpPr>
            <a:spLocks noGrp="1"/>
          </p:cNvSpPr>
          <p:nvPr/>
        </p:nvSpPr>
        <p:spPr>
          <a:xfrm>
            <a:off x="7258050" y="22764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W1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FE49925D-4900-47D4-A913-C0E285F065AA}"/>
              </a:ext>
            </a:extLst>
          </p:cNvPr>
          <p:cNvSpPr>
            <a:spLocks noGrp="1"/>
          </p:cNvSpPr>
          <p:nvPr/>
        </p:nvSpPr>
        <p:spPr>
          <a:xfrm>
            <a:off x="8124825" y="22764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W2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F0C06923-6C26-421D-8599-7779403A94BB}"/>
              </a:ext>
            </a:extLst>
          </p:cNvPr>
          <p:cNvSpPr>
            <a:spLocks noGrp="1"/>
          </p:cNvSpPr>
          <p:nvPr/>
        </p:nvSpPr>
        <p:spPr>
          <a:xfrm>
            <a:off x="8991600" y="22764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W3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69FEED08-8888-40BB-87CA-C62FCD9239A7}"/>
              </a:ext>
            </a:extLst>
          </p:cNvPr>
          <p:cNvSpPr>
            <a:spLocks noGrp="1"/>
          </p:cNvSpPr>
          <p:nvPr/>
        </p:nvSpPr>
        <p:spPr>
          <a:xfrm>
            <a:off x="9858375" y="22764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W4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6FA7B764-F420-441D-BD2F-662744F99B8A}"/>
              </a:ext>
            </a:extLst>
          </p:cNvPr>
          <p:cNvSpPr>
            <a:spLocks noGrp="1"/>
          </p:cNvSpPr>
          <p:nvPr/>
        </p:nvSpPr>
        <p:spPr>
          <a:xfrm>
            <a:off x="10725150" y="22764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W5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1BCA3B33-0213-4A38-86DE-0C276C60838E}"/>
              </a:ext>
            </a:extLst>
          </p:cNvPr>
          <p:cNvSpPr>
            <a:spLocks noGrp="1"/>
          </p:cNvSpPr>
          <p:nvPr/>
        </p:nvSpPr>
        <p:spPr>
          <a:xfrm>
            <a:off x="457200" y="2771775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손예진 LR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2ECB9B6-96A8-4AEF-8C7C-0AF4D4F7A224}"/>
              </a:ext>
            </a:extLst>
          </p:cNvPr>
          <p:cNvSpPr>
            <a:spLocks noGrp="1"/>
          </p:cNvSpPr>
          <p:nvPr/>
        </p:nvSpPr>
        <p:spPr>
          <a:xfrm>
            <a:off x="1866900" y="2771775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25일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4738E064-503A-4B20-954A-9CDF9269409F}"/>
              </a:ext>
            </a:extLst>
          </p:cNvPr>
          <p:cNvSpPr>
            <a:spLocks noGrp="1"/>
          </p:cNvSpPr>
          <p:nvPr/>
        </p:nvSpPr>
        <p:spPr>
          <a:xfrm>
            <a:off x="2647950" y="27717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1DABF5BC-6D75-4037-B052-75B96343C738}"/>
              </a:ext>
            </a:extLst>
          </p:cNvPr>
          <p:cNvSpPr>
            <a:spLocks noGrp="1"/>
          </p:cNvSpPr>
          <p:nvPr/>
        </p:nvSpPr>
        <p:spPr>
          <a:xfrm>
            <a:off x="3390900" y="2771775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₩2,953,702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E4C1F06B-A9DA-4D08-AC3F-A8D22CE19D1E}"/>
              </a:ext>
            </a:extLst>
          </p:cNvPr>
          <p:cNvSpPr>
            <a:spLocks noGrp="1"/>
          </p:cNvSpPr>
          <p:nvPr/>
        </p:nvSpPr>
        <p:spPr>
          <a:xfrm>
            <a:off x="4933950" y="27717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01CCD96A-F312-4350-B4A7-3A3DCFB6F561}"/>
              </a:ext>
            </a:extLst>
          </p:cNvPr>
          <p:cNvSpPr>
            <a:spLocks noGrp="1"/>
          </p:cNvSpPr>
          <p:nvPr/>
        </p:nvSpPr>
        <p:spPr>
          <a:xfrm>
            <a:off x="5676900" y="27717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4AAAC326-0A83-4295-973D-1E3AF212DFE8}"/>
              </a:ext>
            </a:extLst>
          </p:cNvPr>
          <p:cNvSpPr>
            <a:spLocks noGrp="1"/>
          </p:cNvSpPr>
          <p:nvPr/>
        </p:nvSpPr>
        <p:spPr>
          <a:xfrm>
            <a:off x="6419850" y="2771775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050" b="0">
                <a:solidFill>
                  <a:srgbClr val="16A36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22.0%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5DA1BC6B-0598-435B-8738-54766A83FA5E}"/>
              </a:ext>
            </a:extLst>
          </p:cNvPr>
          <p:cNvSpPr>
            <a:spLocks noGrp="1"/>
          </p:cNvSpPr>
          <p:nvPr/>
        </p:nvSpPr>
        <p:spPr>
          <a:xfrm>
            <a:off x="7258050" y="27717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9B889A15-D516-4ADB-B1F6-2EE91972E830}"/>
              </a:ext>
            </a:extLst>
          </p:cNvPr>
          <p:cNvSpPr>
            <a:spLocks noGrp="1"/>
          </p:cNvSpPr>
          <p:nvPr/>
        </p:nvSpPr>
        <p:spPr>
          <a:xfrm>
            <a:off x="8124825" y="27717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E8AD81AD-9E8F-498C-8603-8BCB2709070B}"/>
              </a:ext>
            </a:extLst>
          </p:cNvPr>
          <p:cNvSpPr>
            <a:spLocks noGrp="1"/>
          </p:cNvSpPr>
          <p:nvPr/>
        </p:nvSpPr>
        <p:spPr>
          <a:xfrm>
            <a:off x="8991600" y="27717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D580F537-CB5F-4C8E-9D95-6BE6688D658F}"/>
              </a:ext>
            </a:extLst>
          </p:cNvPr>
          <p:cNvSpPr>
            <a:spLocks noGrp="1"/>
          </p:cNvSpPr>
          <p:nvPr/>
        </p:nvSpPr>
        <p:spPr>
          <a:xfrm>
            <a:off x="9858375" y="27717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FB320903-2E73-4B4E-8D49-903CDA65E9F4}"/>
              </a:ext>
            </a:extLst>
          </p:cNvPr>
          <p:cNvSpPr>
            <a:spLocks noGrp="1"/>
          </p:cNvSpPr>
          <p:nvPr/>
        </p:nvSpPr>
        <p:spPr>
          <a:xfrm>
            <a:off x="10725150" y="27717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2F93272F-A82E-4BBF-998E-28955171EB7A}"/>
              </a:ext>
            </a:extLst>
          </p:cNvPr>
          <p:cNvSpPr>
            <a:spLocks noGrp="1"/>
          </p:cNvSpPr>
          <p:nvPr/>
        </p:nvSpPr>
        <p:spPr>
          <a:xfrm>
            <a:off x="457200" y="3267075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간승학 LR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1E115F8-7E3C-4059-A391-6193F36B57B6}"/>
              </a:ext>
            </a:extLst>
          </p:cNvPr>
          <p:cNvSpPr>
            <a:spLocks noGrp="1"/>
          </p:cNvSpPr>
          <p:nvPr/>
        </p:nvSpPr>
        <p:spPr>
          <a:xfrm>
            <a:off x="1866900" y="3267075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26일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3FD473D-BBEF-4328-B9CC-DA4E41EA491C}"/>
              </a:ext>
            </a:extLst>
          </p:cNvPr>
          <p:cNvSpPr>
            <a:spLocks noGrp="1"/>
          </p:cNvSpPr>
          <p:nvPr/>
        </p:nvSpPr>
        <p:spPr>
          <a:xfrm>
            <a:off x="2647950" y="32670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042036D2-D8E4-4820-A05A-56DCEF5158D1}"/>
              </a:ext>
            </a:extLst>
          </p:cNvPr>
          <p:cNvSpPr>
            <a:spLocks noGrp="1"/>
          </p:cNvSpPr>
          <p:nvPr/>
        </p:nvSpPr>
        <p:spPr>
          <a:xfrm>
            <a:off x="3390900" y="3267075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₩2,702,050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5745F436-228F-4931-99F7-888319F1DE7D}"/>
              </a:ext>
            </a:extLst>
          </p:cNvPr>
          <p:cNvSpPr>
            <a:spLocks noGrp="1"/>
          </p:cNvSpPr>
          <p:nvPr/>
        </p:nvSpPr>
        <p:spPr>
          <a:xfrm>
            <a:off x="4933950" y="32670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1870CC2A-E91B-4566-A219-EF6E72CAAE6E}"/>
              </a:ext>
            </a:extLst>
          </p:cNvPr>
          <p:cNvSpPr>
            <a:spLocks noGrp="1"/>
          </p:cNvSpPr>
          <p:nvPr/>
        </p:nvSpPr>
        <p:spPr>
          <a:xfrm>
            <a:off x="5676900" y="32670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3C23A688-5A87-45ED-8C29-4922F4CFCCBE}"/>
              </a:ext>
            </a:extLst>
          </p:cNvPr>
          <p:cNvSpPr>
            <a:spLocks noGrp="1"/>
          </p:cNvSpPr>
          <p:nvPr/>
        </p:nvSpPr>
        <p:spPr>
          <a:xfrm>
            <a:off x="6419850" y="3267075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050" b="0">
                <a:solidFill>
                  <a:srgbClr val="16A36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28.6%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6821ADE1-7A55-41BD-868B-83DCF65F7528}"/>
              </a:ext>
            </a:extLst>
          </p:cNvPr>
          <p:cNvSpPr>
            <a:spLocks noGrp="1"/>
          </p:cNvSpPr>
          <p:nvPr/>
        </p:nvSpPr>
        <p:spPr>
          <a:xfrm>
            <a:off x="7258050" y="32670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CDE69DC9-C523-42CA-A059-613DEACB1A56}"/>
              </a:ext>
            </a:extLst>
          </p:cNvPr>
          <p:cNvSpPr>
            <a:spLocks noGrp="1"/>
          </p:cNvSpPr>
          <p:nvPr/>
        </p:nvSpPr>
        <p:spPr>
          <a:xfrm>
            <a:off x="8124825" y="32670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650C289D-5928-4A7E-9B4D-8F938C30924D}"/>
              </a:ext>
            </a:extLst>
          </p:cNvPr>
          <p:cNvSpPr>
            <a:spLocks noGrp="1"/>
          </p:cNvSpPr>
          <p:nvPr/>
        </p:nvSpPr>
        <p:spPr>
          <a:xfrm>
            <a:off x="8991600" y="32670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E5994EFE-C61E-4800-B21C-530EE6A18D0C}"/>
              </a:ext>
            </a:extLst>
          </p:cNvPr>
          <p:cNvSpPr>
            <a:spLocks noGrp="1"/>
          </p:cNvSpPr>
          <p:nvPr/>
        </p:nvSpPr>
        <p:spPr>
          <a:xfrm>
            <a:off x="9858375" y="32670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A79A8C0C-7C69-47E1-8024-FC88FEADEF7F}"/>
              </a:ext>
            </a:extLst>
          </p:cNvPr>
          <p:cNvSpPr>
            <a:spLocks noGrp="1"/>
          </p:cNvSpPr>
          <p:nvPr/>
        </p:nvSpPr>
        <p:spPr>
          <a:xfrm>
            <a:off x="10725150" y="32670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A8354E69-793E-45CB-812C-ACBB9D9A932C}"/>
              </a:ext>
            </a:extLst>
          </p:cNvPr>
          <p:cNvSpPr>
            <a:spLocks noGrp="1"/>
          </p:cNvSpPr>
          <p:nvPr/>
        </p:nvSpPr>
        <p:spPr>
          <a:xfrm>
            <a:off x="457200" y="3762375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권영웅 LR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01E9C3EE-6830-4519-A5FD-AE06E1E0EB3E}"/>
              </a:ext>
            </a:extLst>
          </p:cNvPr>
          <p:cNvSpPr>
            <a:spLocks noGrp="1"/>
          </p:cNvSpPr>
          <p:nvPr/>
        </p:nvSpPr>
        <p:spPr>
          <a:xfrm>
            <a:off x="1866900" y="3762375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28일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579D448A-2903-4277-A86F-8D595740358A}"/>
              </a:ext>
            </a:extLst>
          </p:cNvPr>
          <p:cNvSpPr>
            <a:spLocks noGrp="1"/>
          </p:cNvSpPr>
          <p:nvPr/>
        </p:nvSpPr>
        <p:spPr>
          <a:xfrm>
            <a:off x="2647950" y="37623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0A0DB4F6-92FE-4F5C-BED3-AAD85A28AB41}"/>
              </a:ext>
            </a:extLst>
          </p:cNvPr>
          <p:cNvSpPr>
            <a:spLocks noGrp="1"/>
          </p:cNvSpPr>
          <p:nvPr/>
        </p:nvSpPr>
        <p:spPr>
          <a:xfrm>
            <a:off x="3390900" y="3762375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₩4,604,150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CC32AAC0-F9A4-444E-BA0E-088D6606B902}"/>
              </a:ext>
            </a:extLst>
          </p:cNvPr>
          <p:cNvSpPr>
            <a:spLocks noGrp="1"/>
          </p:cNvSpPr>
          <p:nvPr/>
        </p:nvSpPr>
        <p:spPr>
          <a:xfrm>
            <a:off x="4933950" y="37623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2549355C-135B-4331-855F-98F89136A7D7}"/>
              </a:ext>
            </a:extLst>
          </p:cNvPr>
          <p:cNvSpPr>
            <a:spLocks noGrp="1"/>
          </p:cNvSpPr>
          <p:nvPr/>
        </p:nvSpPr>
        <p:spPr>
          <a:xfrm>
            <a:off x="5676900" y="3762375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34BDBBAD-D407-42B7-9EB1-90C752160887}"/>
              </a:ext>
            </a:extLst>
          </p:cNvPr>
          <p:cNvSpPr>
            <a:spLocks noGrp="1"/>
          </p:cNvSpPr>
          <p:nvPr/>
        </p:nvSpPr>
        <p:spPr>
          <a:xfrm>
            <a:off x="6419850" y="3762375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050" b="0">
                <a:solidFill>
                  <a:srgbClr val="16A36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2.4%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CF6FAD08-3547-4411-B3E8-1BC8B1E6DBA0}"/>
              </a:ext>
            </a:extLst>
          </p:cNvPr>
          <p:cNvSpPr>
            <a:spLocks noGrp="1"/>
          </p:cNvSpPr>
          <p:nvPr/>
        </p:nvSpPr>
        <p:spPr>
          <a:xfrm>
            <a:off x="7258050" y="37623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0D73BD34-6C3D-4DEA-8149-6CC6BF8DADF0}"/>
              </a:ext>
            </a:extLst>
          </p:cNvPr>
          <p:cNvSpPr>
            <a:spLocks noGrp="1"/>
          </p:cNvSpPr>
          <p:nvPr/>
        </p:nvSpPr>
        <p:spPr>
          <a:xfrm>
            <a:off x="8124825" y="37623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2BCED50B-9670-4896-88F2-377D409880EC}"/>
              </a:ext>
            </a:extLst>
          </p:cNvPr>
          <p:cNvSpPr>
            <a:spLocks noGrp="1"/>
          </p:cNvSpPr>
          <p:nvPr/>
        </p:nvSpPr>
        <p:spPr>
          <a:xfrm>
            <a:off x="8991600" y="37623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DB367549-18D8-48DF-B1A3-E1A40E550588}"/>
              </a:ext>
            </a:extLst>
          </p:cNvPr>
          <p:cNvSpPr>
            <a:spLocks noGrp="1"/>
          </p:cNvSpPr>
          <p:nvPr/>
        </p:nvSpPr>
        <p:spPr>
          <a:xfrm>
            <a:off x="9858375" y="37623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4C5B53F6-174F-4FCD-ADBD-C9EFF09210C3}"/>
              </a:ext>
            </a:extLst>
          </p:cNvPr>
          <p:cNvSpPr>
            <a:spLocks noGrp="1"/>
          </p:cNvSpPr>
          <p:nvPr/>
        </p:nvSpPr>
        <p:spPr>
          <a:xfrm>
            <a:off x="10725150" y="3762375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5B7B7AB4-A43C-4E14-814B-6D2B220FED63}"/>
              </a:ext>
            </a:extLst>
          </p:cNvPr>
          <p:cNvSpPr>
            <a:spLocks noGrp="1"/>
          </p:cNvSpPr>
          <p:nvPr/>
        </p:nvSpPr>
        <p:spPr>
          <a:xfrm>
            <a:off x="457200" y="4248150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이윤성 IC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97AD60C5-F8E3-42B3-AB94-9312B39CE0A2}"/>
              </a:ext>
            </a:extLst>
          </p:cNvPr>
          <p:cNvSpPr>
            <a:spLocks noGrp="1"/>
          </p:cNvSpPr>
          <p:nvPr/>
        </p:nvSpPr>
        <p:spPr>
          <a:xfrm>
            <a:off x="1866900" y="424815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11일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3973DF07-8564-4019-9401-EC712269BC76}"/>
              </a:ext>
            </a:extLst>
          </p:cNvPr>
          <p:cNvSpPr>
            <a:spLocks noGrp="1"/>
          </p:cNvSpPr>
          <p:nvPr/>
        </p:nvSpPr>
        <p:spPr>
          <a:xfrm>
            <a:off x="2647950" y="42481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2FD4A114-9B1D-4E9A-9D6C-4CB7066A59A0}"/>
              </a:ext>
            </a:extLst>
          </p:cNvPr>
          <p:cNvSpPr>
            <a:spLocks noGrp="1"/>
          </p:cNvSpPr>
          <p:nvPr/>
        </p:nvSpPr>
        <p:spPr>
          <a:xfrm>
            <a:off x="3390900" y="4248150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₩0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0C898F70-BC5E-4A69-AB68-86FC5EC9EFAB}"/>
              </a:ext>
            </a:extLst>
          </p:cNvPr>
          <p:cNvSpPr>
            <a:spLocks noGrp="1"/>
          </p:cNvSpPr>
          <p:nvPr/>
        </p:nvSpPr>
        <p:spPr>
          <a:xfrm>
            <a:off x="4933950" y="42481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B5437FB2-7A03-46EB-AB29-705A5A6C9E49}"/>
              </a:ext>
            </a:extLst>
          </p:cNvPr>
          <p:cNvSpPr>
            <a:spLocks noGrp="1"/>
          </p:cNvSpPr>
          <p:nvPr/>
        </p:nvSpPr>
        <p:spPr>
          <a:xfrm>
            <a:off x="5676900" y="42481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7C0A4351-E581-4A10-BCB7-A668844AD71A}"/>
              </a:ext>
            </a:extLst>
          </p:cNvPr>
          <p:cNvSpPr>
            <a:spLocks noGrp="1"/>
          </p:cNvSpPr>
          <p:nvPr/>
        </p:nvSpPr>
        <p:spPr>
          <a:xfrm>
            <a:off x="6419850" y="4248150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050" b="0">
                <a:solidFill>
                  <a:srgbClr val="16A36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0.0%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1F10E23B-DB76-4E3C-9D66-ABCBA48ECA5C}"/>
              </a:ext>
            </a:extLst>
          </p:cNvPr>
          <p:cNvSpPr>
            <a:spLocks noGrp="1"/>
          </p:cNvSpPr>
          <p:nvPr/>
        </p:nvSpPr>
        <p:spPr>
          <a:xfrm>
            <a:off x="7258050" y="42481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EA08A013-27E3-4939-ABFA-70D753D75D6F}"/>
              </a:ext>
            </a:extLst>
          </p:cNvPr>
          <p:cNvSpPr>
            <a:spLocks noGrp="1"/>
          </p:cNvSpPr>
          <p:nvPr/>
        </p:nvSpPr>
        <p:spPr>
          <a:xfrm>
            <a:off x="8124825" y="42481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46699451-AB79-4AC5-98ED-2869AE2B4A5B}"/>
              </a:ext>
            </a:extLst>
          </p:cNvPr>
          <p:cNvSpPr>
            <a:spLocks noGrp="1"/>
          </p:cNvSpPr>
          <p:nvPr/>
        </p:nvSpPr>
        <p:spPr>
          <a:xfrm>
            <a:off x="8991600" y="42481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A955D1E1-73E5-406D-9530-CB84DD7CC39C}"/>
              </a:ext>
            </a:extLst>
          </p:cNvPr>
          <p:cNvSpPr>
            <a:spLocks noGrp="1"/>
          </p:cNvSpPr>
          <p:nvPr/>
        </p:nvSpPr>
        <p:spPr>
          <a:xfrm>
            <a:off x="9858375" y="42481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B5EF751E-9564-431C-8DB3-12CF22761F0E}"/>
              </a:ext>
            </a:extLst>
          </p:cNvPr>
          <p:cNvSpPr>
            <a:spLocks noGrp="1"/>
          </p:cNvSpPr>
          <p:nvPr/>
        </p:nvSpPr>
        <p:spPr>
          <a:xfrm>
            <a:off x="10725150" y="42481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8BAE021A-0EE3-4BE7-AFC1-5EAFD0066493}"/>
              </a:ext>
            </a:extLst>
          </p:cNvPr>
          <p:cNvSpPr>
            <a:spLocks noGrp="1"/>
          </p:cNvSpPr>
          <p:nvPr/>
        </p:nvSpPr>
        <p:spPr>
          <a:xfrm>
            <a:off x="457200" y="4743450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민병준 LR</a:t>
            </a: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0A058B8B-7B90-41BF-96BB-0E99175A7B55}"/>
              </a:ext>
            </a:extLst>
          </p:cNvPr>
          <p:cNvSpPr>
            <a:spLocks noGrp="1"/>
          </p:cNvSpPr>
          <p:nvPr/>
        </p:nvSpPr>
        <p:spPr>
          <a:xfrm>
            <a:off x="1866900" y="474345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11일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9C3747AE-B479-4FB7-8C3B-8A14517481DD}"/>
              </a:ext>
            </a:extLst>
          </p:cNvPr>
          <p:cNvSpPr>
            <a:spLocks noGrp="1"/>
          </p:cNvSpPr>
          <p:nvPr/>
        </p:nvSpPr>
        <p:spPr>
          <a:xfrm>
            <a:off x="2647950" y="47434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B6E27D5B-5E4D-4A4B-AA61-69AD826ABE32}"/>
              </a:ext>
            </a:extLst>
          </p:cNvPr>
          <p:cNvSpPr>
            <a:spLocks noGrp="1"/>
          </p:cNvSpPr>
          <p:nvPr/>
        </p:nvSpPr>
        <p:spPr>
          <a:xfrm>
            <a:off x="3390900" y="4743450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₩1,385,040</a:t>
            </a: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3360F4C3-8558-4276-8A90-D2B231504BC1}"/>
              </a:ext>
            </a:extLst>
          </p:cNvPr>
          <p:cNvSpPr>
            <a:spLocks noGrp="1"/>
          </p:cNvSpPr>
          <p:nvPr/>
        </p:nvSpPr>
        <p:spPr>
          <a:xfrm>
            <a:off x="4933950" y="47434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14E959CA-9641-47C6-A99E-A8CC10E18E8F}"/>
              </a:ext>
            </a:extLst>
          </p:cNvPr>
          <p:cNvSpPr>
            <a:spLocks noGrp="1"/>
          </p:cNvSpPr>
          <p:nvPr/>
        </p:nvSpPr>
        <p:spPr>
          <a:xfrm>
            <a:off x="5676900" y="47434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2009A987-1AEB-4960-AFDE-D72A90CF4C1D}"/>
              </a:ext>
            </a:extLst>
          </p:cNvPr>
          <p:cNvSpPr>
            <a:spLocks noGrp="1"/>
          </p:cNvSpPr>
          <p:nvPr/>
        </p:nvSpPr>
        <p:spPr>
          <a:xfrm>
            <a:off x="6419850" y="4743450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050" b="0">
                <a:solidFill>
                  <a:srgbClr val="16A36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0.0%</a:t>
            </a: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47541E65-9198-41B0-93A5-CA0317AAFFB6}"/>
              </a:ext>
            </a:extLst>
          </p:cNvPr>
          <p:cNvSpPr>
            <a:spLocks noGrp="1"/>
          </p:cNvSpPr>
          <p:nvPr/>
        </p:nvSpPr>
        <p:spPr>
          <a:xfrm>
            <a:off x="7258050" y="47434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B45ECA3A-B158-4B8B-AA1B-70B56B2ED114}"/>
              </a:ext>
            </a:extLst>
          </p:cNvPr>
          <p:cNvSpPr>
            <a:spLocks noGrp="1"/>
          </p:cNvSpPr>
          <p:nvPr/>
        </p:nvSpPr>
        <p:spPr>
          <a:xfrm>
            <a:off x="8124825" y="47434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7056D57B-1BAB-48ED-9DD5-CA36214D970B}"/>
              </a:ext>
            </a:extLst>
          </p:cNvPr>
          <p:cNvSpPr>
            <a:spLocks noGrp="1"/>
          </p:cNvSpPr>
          <p:nvPr/>
        </p:nvSpPr>
        <p:spPr>
          <a:xfrm>
            <a:off x="8991600" y="47434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9469F8E6-E304-4D8B-BF2A-C34909593D9E}"/>
              </a:ext>
            </a:extLst>
          </p:cNvPr>
          <p:cNvSpPr>
            <a:spLocks noGrp="1"/>
          </p:cNvSpPr>
          <p:nvPr/>
        </p:nvSpPr>
        <p:spPr>
          <a:xfrm>
            <a:off x="9858375" y="47434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0D777939-EC19-4B3E-991F-859C48EF9219}"/>
              </a:ext>
            </a:extLst>
          </p:cNvPr>
          <p:cNvSpPr>
            <a:spLocks noGrp="1"/>
          </p:cNvSpPr>
          <p:nvPr/>
        </p:nvSpPr>
        <p:spPr>
          <a:xfrm>
            <a:off x="10725150" y="47434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350183A6-619C-45DB-AFD6-B6FF74A40C3B}"/>
              </a:ext>
            </a:extLst>
          </p:cNvPr>
          <p:cNvSpPr>
            <a:spLocks noGrp="1"/>
          </p:cNvSpPr>
          <p:nvPr/>
        </p:nvSpPr>
        <p:spPr>
          <a:xfrm>
            <a:off x="457200" y="5238750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6–10 합계</a:t>
            </a: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1C7747E8-43E4-4ED3-A339-7E0B238CC33C}"/>
              </a:ext>
            </a:extLst>
          </p:cNvPr>
          <p:cNvSpPr>
            <a:spLocks noGrp="1"/>
          </p:cNvSpPr>
          <p:nvPr/>
        </p:nvSpPr>
        <p:spPr>
          <a:xfrm>
            <a:off x="1866900" y="523875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101일</a:t>
            </a: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26BF6EB7-4374-4DCB-BA36-EC650DD11B5A}"/>
              </a:ext>
            </a:extLst>
          </p:cNvPr>
          <p:cNvSpPr>
            <a:spLocks noGrp="1"/>
          </p:cNvSpPr>
          <p:nvPr/>
        </p:nvSpPr>
        <p:spPr>
          <a:xfrm>
            <a:off x="2647950" y="52387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127</a:t>
            </a: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DCEFD4C2-6964-47ED-A815-AA2E7E392F1F}"/>
              </a:ext>
            </a:extLst>
          </p:cNvPr>
          <p:cNvSpPr>
            <a:spLocks noGrp="1"/>
          </p:cNvSpPr>
          <p:nvPr/>
        </p:nvSpPr>
        <p:spPr>
          <a:xfrm>
            <a:off x="3390900" y="5238750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F2A31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2A31B"/>
                </a:solidFill>
                <a:latin typeface="Pretendard"/>
                <a:ea typeface="Pretendard"/>
                <a:cs typeface="Pretendard"/>
              </a:rPr>
              <a:t>₩11,644,942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FA59C185-852B-4AD5-848F-7B58E8A335A0}"/>
              </a:ext>
            </a:extLst>
          </p:cNvPr>
          <p:cNvSpPr>
            <a:spLocks noGrp="1"/>
          </p:cNvSpPr>
          <p:nvPr/>
        </p:nvSpPr>
        <p:spPr>
          <a:xfrm>
            <a:off x="4933950" y="52387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442CFD46-2090-41BB-B6F0-7861EF71B843}"/>
              </a:ext>
            </a:extLst>
          </p:cNvPr>
          <p:cNvSpPr>
            <a:spLocks noGrp="1"/>
          </p:cNvSpPr>
          <p:nvPr/>
        </p:nvSpPr>
        <p:spPr>
          <a:xfrm>
            <a:off x="5676900" y="52387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85AFECE6-D679-4869-8157-27C7BB7464BA}"/>
              </a:ext>
            </a:extLst>
          </p:cNvPr>
          <p:cNvSpPr>
            <a:spLocks noGrp="1"/>
          </p:cNvSpPr>
          <p:nvPr/>
        </p:nvSpPr>
        <p:spPr>
          <a:xfrm>
            <a:off x="6419850" y="5238750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6A36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14.0%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9B7AA5EA-9673-4585-8FBE-0749B2A92A98}"/>
              </a:ext>
            </a:extLst>
          </p:cNvPr>
          <p:cNvSpPr>
            <a:spLocks noGrp="1"/>
          </p:cNvSpPr>
          <p:nvPr/>
        </p:nvSpPr>
        <p:spPr>
          <a:xfrm>
            <a:off x="7258050" y="52387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A833625B-78BC-4E68-A843-2E9B756D3A90}"/>
              </a:ext>
            </a:extLst>
          </p:cNvPr>
          <p:cNvSpPr>
            <a:spLocks noGrp="1"/>
          </p:cNvSpPr>
          <p:nvPr/>
        </p:nvSpPr>
        <p:spPr>
          <a:xfrm>
            <a:off x="8124825" y="52387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80502AB6-5249-421B-BBC4-5996CC17EC78}"/>
              </a:ext>
            </a:extLst>
          </p:cNvPr>
          <p:cNvSpPr>
            <a:spLocks noGrp="1"/>
          </p:cNvSpPr>
          <p:nvPr/>
        </p:nvSpPr>
        <p:spPr>
          <a:xfrm>
            <a:off x="8991600" y="52387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88FE2B05-884E-40B4-9768-3F6CD90833BA}"/>
              </a:ext>
            </a:extLst>
          </p:cNvPr>
          <p:cNvSpPr>
            <a:spLocks noGrp="1"/>
          </p:cNvSpPr>
          <p:nvPr/>
        </p:nvSpPr>
        <p:spPr>
          <a:xfrm>
            <a:off x="9858375" y="52387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99FA4AE4-9CEE-44D9-AD91-A63D43224BC0}"/>
              </a:ext>
            </a:extLst>
          </p:cNvPr>
          <p:cNvSpPr>
            <a:spLocks noGrp="1"/>
          </p:cNvSpPr>
          <p:nvPr/>
        </p:nvSpPr>
        <p:spPr>
          <a:xfrm>
            <a:off x="10725150" y="52387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6009B5EE-074E-4E20-AD1E-F3CD07CCE946}"/>
              </a:ext>
            </a:extLst>
          </p:cNvPr>
          <p:cNvSpPr>
            <a:spLocks noGrp="1"/>
          </p:cNvSpPr>
          <p:nvPr/>
        </p:nvSpPr>
        <p:spPr>
          <a:xfrm>
            <a:off x="457200" y="5734050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900" b="1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입력 상태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8C039382-4FFA-4DF0-BAA8-CCEEFC14D0EF}"/>
              </a:ext>
            </a:extLst>
          </p:cNvPr>
          <p:cNvSpPr>
            <a:spLocks noGrp="1"/>
          </p:cNvSpPr>
          <p:nvPr/>
        </p:nvSpPr>
        <p:spPr>
          <a:xfrm>
            <a:off x="1866900" y="573405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8D7B67FB-C69C-4AFE-A8EA-9206B98032EB}"/>
              </a:ext>
            </a:extLst>
          </p:cNvPr>
          <p:cNvSpPr>
            <a:spLocks noGrp="1"/>
          </p:cNvSpPr>
          <p:nvPr/>
        </p:nvSpPr>
        <p:spPr>
          <a:xfrm>
            <a:off x="2647950" y="57340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05182F9B-36C3-46D0-9A89-7243A2F4320F}"/>
              </a:ext>
            </a:extLst>
          </p:cNvPr>
          <p:cNvSpPr>
            <a:spLocks noGrp="1"/>
          </p:cNvSpPr>
          <p:nvPr/>
        </p:nvSpPr>
        <p:spPr>
          <a:xfrm>
            <a:off x="3390900" y="5734050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인컴 5/5</a:t>
            </a: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03FD1BD0-5155-40F3-91AB-7A871D5BB73E}"/>
              </a:ext>
            </a:extLst>
          </p:cNvPr>
          <p:cNvSpPr>
            <a:spLocks noGrp="1"/>
          </p:cNvSpPr>
          <p:nvPr/>
        </p:nvSpPr>
        <p:spPr>
          <a:xfrm>
            <a:off x="4933950" y="57340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리젝 5/5</a:t>
            </a: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D09427B4-7B6D-4883-95E1-2F9F03459AA1}"/>
              </a:ext>
            </a:extLst>
          </p:cNvPr>
          <p:cNvSpPr>
            <a:spLocks noGrp="1"/>
          </p:cNvSpPr>
          <p:nvPr/>
        </p:nvSpPr>
        <p:spPr>
          <a:xfrm>
            <a:off x="5676900" y="57340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리섭 5/5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12F404F5-CBF6-4F8B-9477-561A5DA57177}"/>
              </a:ext>
            </a:extLst>
          </p:cNvPr>
          <p:cNvSpPr>
            <a:spLocks noGrp="1"/>
          </p:cNvSpPr>
          <p:nvPr/>
        </p:nvSpPr>
        <p:spPr>
          <a:xfrm>
            <a:off x="6419850" y="5734050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자동</a:t>
            </a: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8093FD3E-484D-4467-BD8B-B25278F6208E}"/>
              </a:ext>
            </a:extLst>
          </p:cNvPr>
          <p:cNvSpPr>
            <a:spLocks noGrp="1"/>
          </p:cNvSpPr>
          <p:nvPr/>
        </p:nvSpPr>
        <p:spPr>
          <a:xfrm>
            <a:off x="7258050" y="57340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7A06A0CF-4E18-411E-BA6A-F82DD909CD4D}"/>
              </a:ext>
            </a:extLst>
          </p:cNvPr>
          <p:cNvSpPr>
            <a:spLocks noGrp="1"/>
          </p:cNvSpPr>
          <p:nvPr/>
        </p:nvSpPr>
        <p:spPr>
          <a:xfrm>
            <a:off x="8124825" y="57340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289D5062-7858-489C-BF37-69DE23719580}"/>
              </a:ext>
            </a:extLst>
          </p:cNvPr>
          <p:cNvSpPr>
            <a:spLocks noGrp="1"/>
          </p:cNvSpPr>
          <p:nvPr/>
        </p:nvSpPr>
        <p:spPr>
          <a:xfrm>
            <a:off x="8991600" y="57340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CC966DB5-7CFE-403C-A65D-73F627D59FC8}"/>
              </a:ext>
            </a:extLst>
          </p:cNvPr>
          <p:cNvSpPr>
            <a:spLocks noGrp="1"/>
          </p:cNvSpPr>
          <p:nvPr/>
        </p:nvSpPr>
        <p:spPr>
          <a:xfrm>
            <a:off x="9858375" y="57340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6B5A8FE0-A716-4D84-93E2-66B04B1CD587}"/>
              </a:ext>
            </a:extLst>
          </p:cNvPr>
          <p:cNvSpPr>
            <a:spLocks noGrp="1"/>
          </p:cNvSpPr>
          <p:nvPr/>
        </p:nvSpPr>
        <p:spPr>
          <a:xfrm>
            <a:off x="10725150" y="57340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2B3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B17F05BB-5D45-45D2-9267-25BB17DF4635}"/>
              </a:ext>
            </a:extLst>
          </p:cNvPr>
          <p:cNvSpPr>
            <a:spLocks noGrp="1"/>
          </p:cNvSpPr>
          <p:nvPr/>
        </p:nvSpPr>
        <p:spPr>
          <a:xfrm>
            <a:off x="457200" y="6229350"/>
            <a:ext cx="1409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팀 합계</a:t>
            </a: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44B49C49-43F3-4C8A-B764-91F24DD6FCA7}"/>
              </a:ext>
            </a:extLst>
          </p:cNvPr>
          <p:cNvSpPr>
            <a:spLocks noGrp="1"/>
          </p:cNvSpPr>
          <p:nvPr/>
        </p:nvSpPr>
        <p:spPr>
          <a:xfrm>
            <a:off x="1866900" y="622935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192일</a:t>
            </a: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CE783B39-DD53-4783-9088-18FC33F47D65}"/>
              </a:ext>
            </a:extLst>
          </p:cNvPr>
          <p:cNvSpPr>
            <a:spLocks noGrp="1"/>
          </p:cNvSpPr>
          <p:nvPr/>
        </p:nvSpPr>
        <p:spPr>
          <a:xfrm>
            <a:off x="2647950" y="62293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456F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260</a:t>
            </a: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A295062A-6787-4F64-B23E-4EF7D52C47AC}"/>
              </a:ext>
            </a:extLst>
          </p:cNvPr>
          <p:cNvSpPr>
            <a:spLocks noGrp="1"/>
          </p:cNvSpPr>
          <p:nvPr/>
        </p:nvSpPr>
        <p:spPr>
          <a:xfrm>
            <a:off x="3390900" y="6229350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F2A31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2A31B"/>
                </a:solidFill>
                <a:latin typeface="Pretendard"/>
                <a:ea typeface="Pretendard"/>
                <a:cs typeface="Pretendard"/>
              </a:rPr>
              <a:t>₩22,394,777</a:t>
            </a: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48D4C2A4-53C7-4DE6-B087-236AFA9D5894}"/>
              </a:ext>
            </a:extLst>
          </p:cNvPr>
          <p:cNvSpPr>
            <a:spLocks noGrp="1"/>
          </p:cNvSpPr>
          <p:nvPr/>
        </p:nvSpPr>
        <p:spPr>
          <a:xfrm>
            <a:off x="4933950" y="62293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79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D7110539-76D2-4051-A446-D4F647CE4821}"/>
              </a:ext>
            </a:extLst>
          </p:cNvPr>
          <p:cNvSpPr>
            <a:spLocks noGrp="1"/>
          </p:cNvSpPr>
          <p:nvPr/>
        </p:nvSpPr>
        <p:spPr>
          <a:xfrm>
            <a:off x="5676900" y="6229350"/>
            <a:ext cx="742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C5105658-3B7A-4D73-BD18-6F35B63C4190}"/>
              </a:ext>
            </a:extLst>
          </p:cNvPr>
          <p:cNvSpPr>
            <a:spLocks noGrp="1"/>
          </p:cNvSpPr>
          <p:nvPr/>
        </p:nvSpPr>
        <p:spPr>
          <a:xfrm>
            <a:off x="6419850" y="6229350"/>
            <a:ext cx="83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6A36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25.2%</a:t>
            </a: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29014646-F6D5-48E1-94E7-0A82F3F9C975}"/>
              </a:ext>
            </a:extLst>
          </p:cNvPr>
          <p:cNvSpPr>
            <a:spLocks noGrp="1"/>
          </p:cNvSpPr>
          <p:nvPr/>
        </p:nvSpPr>
        <p:spPr>
          <a:xfrm>
            <a:off x="7258050" y="62293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4926E295-5DE8-4CDD-8DA6-14A6471A2C3A}"/>
              </a:ext>
            </a:extLst>
          </p:cNvPr>
          <p:cNvSpPr>
            <a:spLocks noGrp="1"/>
          </p:cNvSpPr>
          <p:nvPr/>
        </p:nvSpPr>
        <p:spPr>
          <a:xfrm>
            <a:off x="8124825" y="62293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F22DBF3A-E6A9-4CEA-9D1B-C78E471BB82C}"/>
              </a:ext>
            </a:extLst>
          </p:cNvPr>
          <p:cNvSpPr>
            <a:spLocks noGrp="1"/>
          </p:cNvSpPr>
          <p:nvPr/>
        </p:nvSpPr>
        <p:spPr>
          <a:xfrm>
            <a:off x="8991600" y="62293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C1D5BB3D-9C4D-48A2-B9E9-89EE06F13FBB}"/>
              </a:ext>
            </a:extLst>
          </p:cNvPr>
          <p:cNvSpPr>
            <a:spLocks noGrp="1"/>
          </p:cNvSpPr>
          <p:nvPr/>
        </p:nvSpPr>
        <p:spPr>
          <a:xfrm>
            <a:off x="9858375" y="62293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54</a:t>
            </a: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AAED8085-029A-4D4E-8A9E-22CE5EA4D82B}"/>
              </a:ext>
            </a:extLst>
          </p:cNvPr>
          <p:cNvSpPr>
            <a:spLocks noGrp="1"/>
          </p:cNvSpPr>
          <p:nvPr/>
        </p:nvSpPr>
        <p:spPr>
          <a:xfrm>
            <a:off x="10725150" y="6229350"/>
            <a:ext cx="866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20892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0A1C63-A773-47B2-A526-18AC64A43083}"/>
              </a:ext>
            </a:extLst>
          </p:cNvPr>
          <p:cNvSpPr>
            <a:spLocks noGrp="1"/>
          </p:cNvSpPr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팀 구성 &amp; 리쿠르팅</a:t>
            </a:r>
            <a:endParaRPr sz="1200"/>
          </a:p>
        </p:txBody>
      </p:sp>
      <p:pic>
        <p:nvPicPr>
          <p:cNvPr id="6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62E3FA5-AC07-41B0-8DA2-CA40A00E4B3D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6</a:t>
            </a:r>
            <a:endParaRPr sz="1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7FCCB4E-4AFF-465C-B2F4-A669E5D8F0E1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sz="28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현재 팀 구성</a:t>
            </a:r>
            <a:endParaRPr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2452DAB-0B1D-494B-8A00-49B3FCF670F9}"/>
              </a:ext>
            </a:extLst>
          </p:cNvPr>
          <p:cNvSpPr>
            <a:spLocks noGrp="1"/>
          </p:cNvSpPr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5월 리캡과 같은 명단 + 도넛 구조 · 7월 현재 10명</a:t>
            </a:r>
            <a:endParaRPr sz="16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BDD1A30-768B-4960-B93D-3CB631100941}"/>
              </a:ext>
            </a:extLst>
          </p:cNvPr>
          <p:cNvSpPr>
            <a:spLocks noGrp="1"/>
          </p:cNvSpPr>
          <p:nvPr/>
        </p:nvSpPr>
        <p:spPr>
          <a:xfrm>
            <a:off x="457200" y="2276856"/>
            <a:ext cx="367985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FDE1622-10AD-4821-8328-0646AB458FFD}"/>
              </a:ext>
            </a:extLst>
          </p:cNvPr>
          <p:cNvSpPr>
            <a:spLocks noGrp="1"/>
          </p:cNvSpPr>
          <p:nvPr/>
        </p:nvSpPr>
        <p:spPr>
          <a:xfrm>
            <a:off x="640080" y="2386584"/>
            <a:ext cx="331409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3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10</a:t>
            </a:r>
            <a:endParaRPr sz="32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072CA28-E493-47C0-8DC9-6C824E5B5276}"/>
              </a:ext>
            </a:extLst>
          </p:cNvPr>
          <p:cNvSpPr>
            <a:spLocks noGrp="1"/>
          </p:cNvSpPr>
          <p:nvPr/>
        </p:nvSpPr>
        <p:spPr>
          <a:xfrm>
            <a:off x="640080" y="2386584"/>
            <a:ext cx="3314090" cy="530352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14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명</a:t>
            </a:r>
            <a:endParaRPr sz="14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FAF0B33-69A3-4B72-AD4D-4C95A55D66C0}"/>
              </a:ext>
            </a:extLst>
          </p:cNvPr>
          <p:cNvSpPr>
            <a:spLocks noGrp="1"/>
          </p:cNvSpPr>
          <p:nvPr/>
        </p:nvSpPr>
        <p:spPr>
          <a:xfrm>
            <a:off x="640080" y="2971800"/>
            <a:ext cx="331409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총 팀원 수</a:t>
            </a:r>
            <a:endParaRPr sz="11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BFAA5BF-6842-4EF2-8BA6-A4A94D18AF35}"/>
              </a:ext>
            </a:extLst>
          </p:cNvPr>
          <p:cNvSpPr>
            <a:spLocks noGrp="1"/>
          </p:cNvSpPr>
          <p:nvPr/>
        </p:nvSpPr>
        <p:spPr>
          <a:xfrm>
            <a:off x="4255922" y="2276856"/>
            <a:ext cx="367985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03A9398-7662-40E7-8304-8640BE58CC82}"/>
              </a:ext>
            </a:extLst>
          </p:cNvPr>
          <p:cNvSpPr>
            <a:spLocks noGrp="1"/>
          </p:cNvSpPr>
          <p:nvPr/>
        </p:nvSpPr>
        <p:spPr>
          <a:xfrm>
            <a:off x="4438802" y="2386584"/>
            <a:ext cx="331409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3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209</a:t>
            </a:r>
            <a:endParaRPr sz="32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5AD19A9-6212-43E8-BCCE-ECFAB83719E7}"/>
              </a:ext>
            </a:extLst>
          </p:cNvPr>
          <p:cNvSpPr>
            <a:spLocks noGrp="1"/>
          </p:cNvSpPr>
          <p:nvPr/>
        </p:nvSpPr>
        <p:spPr>
          <a:xfrm>
            <a:off x="4438802" y="2386584"/>
            <a:ext cx="3314090" cy="530352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r">
              <a:buNone/>
            </a:pPr>
            <a:r>
              <a:rPr sz="1275" b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일</a:t>
            </a:r>
            <a:endParaRPr sz="14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575AB70-5045-4B4A-AB13-16BE4620F9D7}"/>
              </a:ext>
            </a:extLst>
          </p:cNvPr>
          <p:cNvSpPr>
            <a:spLocks noGrp="1"/>
          </p:cNvSpPr>
          <p:nvPr/>
        </p:nvSpPr>
        <p:spPr>
          <a:xfrm>
            <a:off x="4438802" y="2971800"/>
            <a:ext cx="331409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월간 Field Days</a:t>
            </a:r>
            <a:endParaRPr sz="11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7B0D08A-22DD-41E4-AD9B-C74DF4D4B433}"/>
              </a:ext>
            </a:extLst>
          </p:cNvPr>
          <p:cNvSpPr>
            <a:spLocks noGrp="1"/>
          </p:cNvSpPr>
          <p:nvPr/>
        </p:nvSpPr>
        <p:spPr>
          <a:xfrm>
            <a:off x="8054645" y="2276856"/>
            <a:ext cx="367985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AEF0626-60E2-4FEE-A83A-D68BE2F7C792}"/>
              </a:ext>
            </a:extLst>
          </p:cNvPr>
          <p:cNvSpPr>
            <a:spLocks noGrp="1"/>
          </p:cNvSpPr>
          <p:nvPr/>
        </p:nvSpPr>
        <p:spPr>
          <a:xfrm>
            <a:off x="8237525" y="2386584"/>
            <a:ext cx="331409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3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4</a:t>
            </a:r>
            <a:endParaRPr sz="32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9F4DC43-230E-4C0F-9125-98BD9427D5E3}"/>
              </a:ext>
            </a:extLst>
          </p:cNvPr>
          <p:cNvSpPr>
            <a:spLocks noGrp="1"/>
          </p:cNvSpPr>
          <p:nvPr/>
        </p:nvSpPr>
        <p:spPr>
          <a:xfrm>
            <a:off x="8237525" y="2386584"/>
            <a:ext cx="3314090" cy="530352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14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명</a:t>
            </a:r>
            <a:endParaRPr sz="14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CE28B44-D6B7-41D2-BA51-176BD7CA0184}"/>
              </a:ext>
            </a:extLst>
          </p:cNvPr>
          <p:cNvSpPr>
            <a:spLocks noGrp="1"/>
          </p:cNvSpPr>
          <p:nvPr/>
        </p:nvSpPr>
        <p:spPr>
          <a:xfrm>
            <a:off x="8237525" y="2971800"/>
            <a:ext cx="331409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역할 구분</a:t>
            </a:r>
            <a:endParaRPr sz="110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C3ACAE6-5E1A-4B0D-9738-D9880692184A}"/>
              </a:ext>
            </a:extLst>
          </p:cNvPr>
          <p:cNvSpPr>
            <a:spLocks noGrp="1"/>
          </p:cNvSpPr>
          <p:nvPr/>
        </p:nvSpPr>
        <p:spPr>
          <a:xfrm>
            <a:off x="457200" y="3419856"/>
            <a:ext cx="5349240" cy="2798064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A3CD387-84F3-4BE9-9F83-C22669BDE239}"/>
              </a:ext>
            </a:extLst>
          </p:cNvPr>
          <p:cNvSpPr>
            <a:spLocks noGrp="1"/>
          </p:cNvSpPr>
          <p:nvPr/>
        </p:nvSpPr>
        <p:spPr>
          <a:xfrm>
            <a:off x="685800" y="3584448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팀별 인원</a:t>
            </a:r>
            <a:endParaRPr sz="140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24C93796-BA69-4BE1-AE43-8956063AFAB5}"/>
              </a:ext>
            </a:extLst>
          </p:cNvPr>
          <p:cNvSpPr>
            <a:spLocks noGrp="1"/>
          </p:cNvSpPr>
          <p:nvPr/>
        </p:nvSpPr>
        <p:spPr>
          <a:xfrm>
            <a:off x="658368" y="3895344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824D1C66-6959-4900-A328-269B68BC2C83}"/>
              </a:ext>
            </a:extLst>
          </p:cNvPr>
          <p:cNvSpPr>
            <a:spLocks noGrp="1"/>
          </p:cNvSpPr>
          <p:nvPr/>
        </p:nvSpPr>
        <p:spPr>
          <a:xfrm>
            <a:off x="704088" y="395020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1146DCF-BD9E-4C73-B8A7-287804ADD1CD}"/>
              </a:ext>
            </a:extLst>
          </p:cNvPr>
          <p:cNvSpPr>
            <a:spLocks noGrp="1"/>
          </p:cNvSpPr>
          <p:nvPr/>
        </p:nvSpPr>
        <p:spPr>
          <a:xfrm>
            <a:off x="704088" y="395020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AOP</a:t>
            </a:r>
            <a:endParaRPr sz="10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CD99E4ED-2EEE-4360-8C80-E1E2897E7275}"/>
              </a:ext>
            </a:extLst>
          </p:cNvPr>
          <p:cNvSpPr>
            <a:spLocks noGrp="1"/>
          </p:cNvSpPr>
          <p:nvPr/>
        </p:nvSpPr>
        <p:spPr>
          <a:xfrm>
            <a:off x="1280160" y="39502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Presence</a:t>
            </a:r>
            <a:endParaRPr sz="12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D51B6F6-5A2F-4C65-B502-0043E6159411}"/>
              </a:ext>
            </a:extLst>
          </p:cNvPr>
          <p:cNvSpPr>
            <a:spLocks noGrp="1"/>
          </p:cNvSpPr>
          <p:nvPr/>
        </p:nvSpPr>
        <p:spPr>
          <a:xfrm>
            <a:off x="2743200" y="395020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임재영 · 1명</a:t>
            </a:r>
            <a:endParaRPr sz="11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80199DAD-1F9B-4C5A-A094-381BFE270BAA}"/>
              </a:ext>
            </a:extLst>
          </p:cNvPr>
          <p:cNvSpPr>
            <a:spLocks noGrp="1"/>
          </p:cNvSpPr>
          <p:nvPr/>
        </p:nvSpPr>
        <p:spPr>
          <a:xfrm>
            <a:off x="658368" y="4197096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7D0ABD12-4307-404A-A9AF-F041AC602551}"/>
              </a:ext>
            </a:extLst>
          </p:cNvPr>
          <p:cNvSpPr>
            <a:spLocks noGrp="1"/>
          </p:cNvSpPr>
          <p:nvPr/>
        </p:nvSpPr>
        <p:spPr>
          <a:xfrm>
            <a:off x="704088" y="425196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5E1A92D7-F647-4A08-8310-FC4A425E5389}"/>
              </a:ext>
            </a:extLst>
          </p:cNvPr>
          <p:cNvSpPr>
            <a:spLocks noGrp="1"/>
          </p:cNvSpPr>
          <p:nvPr/>
        </p:nvSpPr>
        <p:spPr>
          <a:xfrm>
            <a:off x="704088" y="4251960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TL</a:t>
            </a:r>
            <a:endParaRPr sz="100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BBB8A3E6-BF1C-4750-8066-6DF055E48CD7}"/>
              </a:ext>
            </a:extLst>
          </p:cNvPr>
          <p:cNvSpPr>
            <a:spLocks noGrp="1"/>
          </p:cNvSpPr>
          <p:nvPr/>
        </p:nvSpPr>
        <p:spPr>
          <a:xfrm>
            <a:off x="1280160" y="42519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Fuse</a:t>
            </a:r>
            <a:endParaRPr sz="12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076249DF-0BE5-4C75-948F-ACFF02926052}"/>
              </a:ext>
            </a:extLst>
          </p:cNvPr>
          <p:cNvSpPr>
            <a:spLocks noGrp="1"/>
          </p:cNvSpPr>
          <p:nvPr/>
        </p:nvSpPr>
        <p:spPr>
          <a:xfrm>
            <a:off x="2743200" y="42519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고윤경·김하진·권영웅 · 3명</a:t>
            </a:r>
            <a:endParaRPr sz="110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58B69571-ADA9-46B3-A47E-9B1532027D99}"/>
              </a:ext>
            </a:extLst>
          </p:cNvPr>
          <p:cNvSpPr>
            <a:spLocks noGrp="1"/>
          </p:cNvSpPr>
          <p:nvPr/>
        </p:nvSpPr>
        <p:spPr>
          <a:xfrm>
            <a:off x="658368" y="4498848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6EA7AD94-7080-4CFB-AC10-290B5241B73B}"/>
              </a:ext>
            </a:extLst>
          </p:cNvPr>
          <p:cNvSpPr>
            <a:spLocks noGrp="1"/>
          </p:cNvSpPr>
          <p:nvPr/>
        </p:nvSpPr>
        <p:spPr>
          <a:xfrm>
            <a:off x="704088" y="4553712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022B4B93-5E7C-4AFB-B1A5-D771A180B29F}"/>
              </a:ext>
            </a:extLst>
          </p:cNvPr>
          <p:cNvSpPr>
            <a:spLocks noGrp="1"/>
          </p:cNvSpPr>
          <p:nvPr/>
        </p:nvSpPr>
        <p:spPr>
          <a:xfrm>
            <a:off x="704088" y="4553712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LR</a:t>
            </a:r>
            <a:endParaRPr sz="100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EDB7F3EF-8E7D-41DB-A99F-398357292591}"/>
              </a:ext>
            </a:extLst>
          </p:cNvPr>
          <p:cNvSpPr>
            <a:spLocks noGrp="1"/>
          </p:cNvSpPr>
          <p:nvPr/>
        </p:nvSpPr>
        <p:spPr>
          <a:xfrm>
            <a:off x="1280160" y="455371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Young wave</a:t>
            </a:r>
            <a:endParaRPr sz="120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5B2043E3-CBBA-4C57-8270-341259761313}"/>
              </a:ext>
            </a:extLst>
          </p:cNvPr>
          <p:cNvSpPr>
            <a:spLocks noGrp="1"/>
          </p:cNvSpPr>
          <p:nvPr/>
        </p:nvSpPr>
        <p:spPr>
          <a:xfrm>
            <a:off x="2743200" y="455371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윤채영·민병준 · 2명</a:t>
            </a:r>
            <a:endParaRPr sz="110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80B1E96-7908-4AAA-B5D1-C76DA5498E2B}"/>
              </a:ext>
            </a:extLst>
          </p:cNvPr>
          <p:cNvSpPr>
            <a:spLocks noGrp="1"/>
          </p:cNvSpPr>
          <p:nvPr/>
        </p:nvSpPr>
        <p:spPr>
          <a:xfrm>
            <a:off x="658368" y="4800600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18A9DD75-036C-4CFC-8055-440EEED74A42}"/>
              </a:ext>
            </a:extLst>
          </p:cNvPr>
          <p:cNvSpPr>
            <a:spLocks noGrp="1"/>
          </p:cNvSpPr>
          <p:nvPr/>
        </p:nvSpPr>
        <p:spPr>
          <a:xfrm>
            <a:off x="704088" y="4855464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AE6B8A7A-13E0-4B5D-B1AD-6310A002C044}"/>
              </a:ext>
            </a:extLst>
          </p:cNvPr>
          <p:cNvSpPr>
            <a:spLocks noGrp="1"/>
          </p:cNvSpPr>
          <p:nvPr/>
        </p:nvSpPr>
        <p:spPr>
          <a:xfrm>
            <a:off x="704088" y="4855464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LR</a:t>
            </a:r>
            <a:endParaRPr sz="10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7994928A-2013-4D77-800D-B6B1E2FBE21A}"/>
              </a:ext>
            </a:extLst>
          </p:cNvPr>
          <p:cNvSpPr>
            <a:spLocks noGrp="1"/>
          </p:cNvSpPr>
          <p:nvPr/>
        </p:nvSpPr>
        <p:spPr>
          <a:xfrm>
            <a:off x="1280160" y="485546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Blin</a:t>
            </a:r>
            <a:endParaRPr sz="120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F1BAFFC1-C87E-4939-B870-24C8C704E587}"/>
              </a:ext>
            </a:extLst>
          </p:cNvPr>
          <p:cNvSpPr>
            <a:spLocks noGrp="1"/>
          </p:cNvSpPr>
          <p:nvPr/>
        </p:nvSpPr>
        <p:spPr>
          <a:xfrm>
            <a:off x="2743200" y="485546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손예진 · 1명</a:t>
            </a:r>
            <a:endParaRPr sz="1100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057BFC56-AE79-440F-9BD7-FFCA6E90385D}"/>
              </a:ext>
            </a:extLst>
          </p:cNvPr>
          <p:cNvSpPr>
            <a:spLocks noGrp="1"/>
          </p:cNvSpPr>
          <p:nvPr/>
        </p:nvSpPr>
        <p:spPr>
          <a:xfrm>
            <a:off x="658368" y="5102352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8AD13196-2E33-4ECC-989D-9885DF70D5FB}"/>
              </a:ext>
            </a:extLst>
          </p:cNvPr>
          <p:cNvSpPr>
            <a:spLocks noGrp="1"/>
          </p:cNvSpPr>
          <p:nvPr/>
        </p:nvSpPr>
        <p:spPr>
          <a:xfrm>
            <a:off x="704088" y="5157216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1ED5D92B-10CA-4CC6-AEE6-6AC3B158B8C9}"/>
              </a:ext>
            </a:extLst>
          </p:cNvPr>
          <p:cNvSpPr>
            <a:spLocks noGrp="1"/>
          </p:cNvSpPr>
          <p:nvPr/>
        </p:nvSpPr>
        <p:spPr>
          <a:xfrm>
            <a:off x="704088" y="5157216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LR</a:t>
            </a:r>
            <a:endParaRPr sz="100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816F8C3A-4927-486D-A18F-A9E89FCDAA4D}"/>
              </a:ext>
            </a:extLst>
          </p:cNvPr>
          <p:cNvSpPr>
            <a:spLocks noGrp="1"/>
          </p:cNvSpPr>
          <p:nvPr/>
        </p:nvSpPr>
        <p:spPr>
          <a:xfrm>
            <a:off x="1280160" y="515721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Kangee</a:t>
            </a:r>
            <a:endParaRPr sz="120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CF959EE4-48BB-4A56-9BF7-F03CDE7EE35A}"/>
              </a:ext>
            </a:extLst>
          </p:cNvPr>
          <p:cNvSpPr>
            <a:spLocks noGrp="1"/>
          </p:cNvSpPr>
          <p:nvPr/>
        </p:nvSpPr>
        <p:spPr>
          <a:xfrm>
            <a:off x="2743200" y="515721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간승학·이윤성 · 2명</a:t>
            </a:r>
            <a:endParaRPr sz="1100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004EA1DD-3614-4519-A35D-6B5D9340BD1D}"/>
              </a:ext>
            </a:extLst>
          </p:cNvPr>
          <p:cNvSpPr>
            <a:spLocks noGrp="1"/>
          </p:cNvSpPr>
          <p:nvPr/>
        </p:nvSpPr>
        <p:spPr>
          <a:xfrm>
            <a:off x="658368" y="5404104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A30726EA-5C96-44CD-B5EE-A2F69336FA81}"/>
              </a:ext>
            </a:extLst>
          </p:cNvPr>
          <p:cNvSpPr>
            <a:spLocks noGrp="1"/>
          </p:cNvSpPr>
          <p:nvPr/>
        </p:nvSpPr>
        <p:spPr>
          <a:xfrm>
            <a:off x="704088" y="545896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47A68454-62EF-428C-BA46-BF5D0F0210CA}"/>
              </a:ext>
            </a:extLst>
          </p:cNvPr>
          <p:cNvSpPr>
            <a:spLocks noGrp="1"/>
          </p:cNvSpPr>
          <p:nvPr/>
        </p:nvSpPr>
        <p:spPr>
          <a:xfrm>
            <a:off x="704088" y="545896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LR</a:t>
            </a:r>
            <a:endParaRPr sz="100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BE6E90B0-FC9A-4033-8EDC-8B474763FCC4}"/>
              </a:ext>
            </a:extLst>
          </p:cNvPr>
          <p:cNvSpPr>
            <a:spLocks noGrp="1"/>
          </p:cNvSpPr>
          <p:nvPr/>
        </p:nvSpPr>
        <p:spPr>
          <a:xfrm>
            <a:off x="1280160" y="545896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Lumo In</a:t>
            </a:r>
            <a:endParaRPr sz="120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FF5EA784-7C8B-4C3B-8C19-332B65C7118C}"/>
              </a:ext>
            </a:extLst>
          </p:cNvPr>
          <p:cNvSpPr>
            <a:spLocks noGrp="1"/>
          </p:cNvSpPr>
          <p:nvPr/>
        </p:nvSpPr>
        <p:spPr>
          <a:xfrm>
            <a:off x="2743200" y="545896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박인선 · 1명</a:t>
            </a:r>
            <a:endParaRPr sz="1100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71A5DA9F-7001-4F27-9BEF-B2A3C8A28C62}"/>
              </a:ext>
            </a:extLst>
          </p:cNvPr>
          <p:cNvSpPr>
            <a:spLocks noGrp="1"/>
          </p:cNvSpPr>
          <p:nvPr/>
        </p:nvSpPr>
        <p:spPr>
          <a:xfrm>
            <a:off x="658368" y="5705856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F841BADD-C9DF-453E-9A95-8A8E9E2B4ECE}"/>
              </a:ext>
            </a:extLst>
          </p:cNvPr>
          <p:cNvSpPr>
            <a:spLocks noGrp="1"/>
          </p:cNvSpPr>
          <p:nvPr/>
        </p:nvSpPr>
        <p:spPr>
          <a:xfrm>
            <a:off x="704088" y="576072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7E3B3353-AE20-44C1-BC73-B8F5C85C17B9}"/>
              </a:ext>
            </a:extLst>
          </p:cNvPr>
          <p:cNvSpPr>
            <a:spLocks noGrp="1"/>
          </p:cNvSpPr>
          <p:nvPr/>
        </p:nvSpPr>
        <p:spPr>
          <a:xfrm>
            <a:off x="704088" y="5760720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LR</a:t>
            </a:r>
            <a:endParaRPr sz="1000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D32E740D-82F7-4BD8-99F2-064A88BCE560}"/>
              </a:ext>
            </a:extLst>
          </p:cNvPr>
          <p:cNvSpPr>
            <a:spLocks noGrp="1"/>
          </p:cNvSpPr>
          <p:nvPr/>
        </p:nvSpPr>
        <p:spPr>
          <a:xfrm>
            <a:off x="1280160" y="57607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역할 구성</a:t>
            </a:r>
            <a:endParaRPr sz="1200"/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660478D1-3BCC-48FA-B86D-742977E01A1B}"/>
              </a:ext>
            </a:extLst>
          </p:cNvPr>
          <p:cNvSpPr>
            <a:spLocks noGrp="1"/>
          </p:cNvSpPr>
          <p:nvPr/>
        </p:nvSpPr>
        <p:spPr>
          <a:xfrm>
            <a:off x="2743200" y="57607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 b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AOP 1 · TL 2 · LR 6 · IC 1</a:t>
            </a:r>
            <a:endParaRPr sz="1100"/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9CDE52AC-FE6E-47EF-95BC-BE09EB8932C7}"/>
              </a:ext>
            </a:extLst>
          </p:cNvPr>
          <p:cNvSpPr>
            <a:spLocks noGrp="1"/>
          </p:cNvSpPr>
          <p:nvPr/>
        </p:nvSpPr>
        <p:spPr>
          <a:xfrm>
            <a:off x="6035040" y="3419856"/>
            <a:ext cx="5696712" cy="2798064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34F0D9BE-517A-4929-936F-51283DA602E1}"/>
              </a:ext>
            </a:extLst>
          </p:cNvPr>
          <p:cNvSpPr>
            <a:spLocks noGrp="1"/>
          </p:cNvSpPr>
          <p:nvPr/>
        </p:nvSpPr>
        <p:spPr>
          <a:xfrm>
            <a:off x="6263640" y="358444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역할별 Headcount</a:t>
            </a:r>
            <a:endParaRPr sz="1400"/>
          </a:p>
        </p:txBody>
      </p:sp>
      <p:graphicFrame>
        <p:nvGraphicFramePr>
          <p:cNvPr id="116" name="Chart"/>
          <p:cNvGraphicFramePr/>
          <p:nvPr/>
        </p:nvGraphicFramePr>
        <p:xfrm>
          <a:off x="6126480" y="3895344"/>
          <a:ext cx="5605272" cy="2157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66998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82EFA5-78DD-4C1B-8E01-BAA0011BC35D}"/>
              </a:ext>
            </a:extLst>
          </p:cNvPr>
          <p:cNvSpPr>
            <a:spLocks noGrp="1"/>
          </p:cNvSpPr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리쿠르팅 &amp; H/C</a:t>
            </a:r>
            <a:endParaRPr sz="1200"/>
          </a:p>
        </p:txBody>
      </p:sp>
      <p:pic>
        <p:nvPicPr>
          <p:cNvPr id="33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007876C-E81F-4948-A76C-DCF387EA7C1B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sz="28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7월 리쿠르팅 상세 분석</a:t>
            </a:r>
            <a:endParaRPr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514989D-482C-48D5-A3EC-A7DEC9C40556}"/>
              </a:ext>
            </a:extLst>
          </p:cNvPr>
          <p:cNvSpPr>
            <a:spLocks noGrp="1"/>
          </p:cNvSpPr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26년 7월 탭 · 리쿠르터 임재영·고윤경·윤채영만 집계 · 후보자 개인정보 제외</a:t>
            </a:r>
            <a:endParaRPr sz="16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B119552-2DAA-48A3-A2CC-B62752E99615}"/>
              </a:ext>
            </a:extLst>
          </p:cNvPr>
          <p:cNvSpPr>
            <a:spLocks noGrp="1"/>
          </p:cNvSpPr>
          <p:nvPr/>
        </p:nvSpPr>
        <p:spPr>
          <a:xfrm>
            <a:off x="457200" y="2276856"/>
            <a:ext cx="3679850" cy="896112"/>
          </a:xfrm>
          <a:prstGeom prst="roundRect">
            <a:avLst>
              <a:gd name="adj" fmla="val 1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1DE6F8A-6034-4CCF-8342-D7C2A70C41F9}"/>
              </a:ext>
            </a:extLst>
          </p:cNvPr>
          <p:cNvSpPr>
            <a:spLocks noGrp="1"/>
          </p:cNvSpPr>
          <p:nvPr/>
        </p:nvSpPr>
        <p:spPr>
          <a:xfrm>
            <a:off x="640080" y="2368296"/>
            <a:ext cx="331409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4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15</a:t>
            </a:r>
            <a:endParaRPr sz="28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DA00FBC-EF4A-4767-BE3F-07F71839E69C}"/>
              </a:ext>
            </a:extLst>
          </p:cNvPr>
          <p:cNvSpPr>
            <a:spLocks noGrp="1"/>
          </p:cNvSpPr>
          <p:nvPr/>
        </p:nvSpPr>
        <p:spPr>
          <a:xfrm>
            <a:off x="640080" y="2368296"/>
            <a:ext cx="3314090" cy="530352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13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명</a:t>
            </a:r>
            <a:endParaRPr sz="13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E3D594B-4D89-4380-AF22-BDACBFA63E2C}"/>
              </a:ext>
            </a:extLst>
          </p:cNvPr>
          <p:cNvSpPr>
            <a:spLocks noGrp="1"/>
          </p:cNvSpPr>
          <p:nvPr/>
        </p:nvSpPr>
        <p:spPr>
          <a:xfrm>
            <a:off x="640080" y="2843784"/>
            <a:ext cx="331409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25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총 면접 제안</a:t>
            </a:r>
            <a:endParaRPr sz="11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B6EA895-8D5B-4BE6-A640-472EC57C4227}"/>
              </a:ext>
            </a:extLst>
          </p:cNvPr>
          <p:cNvSpPr>
            <a:spLocks noGrp="1"/>
          </p:cNvSpPr>
          <p:nvPr/>
        </p:nvSpPr>
        <p:spPr>
          <a:xfrm>
            <a:off x="4255922" y="2276856"/>
            <a:ext cx="3679850" cy="896112"/>
          </a:xfrm>
          <a:prstGeom prst="roundRect">
            <a:avLst>
              <a:gd name="adj" fmla="val 1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65D3846-9372-4DE3-B87D-45A2A691F9D9}"/>
              </a:ext>
            </a:extLst>
          </p:cNvPr>
          <p:cNvSpPr>
            <a:spLocks noGrp="1"/>
          </p:cNvSpPr>
          <p:nvPr/>
        </p:nvSpPr>
        <p:spPr>
          <a:xfrm>
            <a:off x="4438802" y="2368296"/>
            <a:ext cx="331409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450" b="1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6</a:t>
            </a:r>
            <a:endParaRPr sz="28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B78B418-FF98-4971-96CA-5F1DDFECA994}"/>
              </a:ext>
            </a:extLst>
          </p:cNvPr>
          <p:cNvSpPr>
            <a:spLocks noGrp="1"/>
          </p:cNvSpPr>
          <p:nvPr/>
        </p:nvSpPr>
        <p:spPr>
          <a:xfrm>
            <a:off x="4438802" y="2368296"/>
            <a:ext cx="3314090" cy="530352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13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명</a:t>
            </a:r>
            <a:endParaRPr sz="13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D012BCF-B591-4A12-8039-3C4E599567FD}"/>
              </a:ext>
            </a:extLst>
          </p:cNvPr>
          <p:cNvSpPr>
            <a:spLocks noGrp="1"/>
          </p:cNvSpPr>
          <p:nvPr/>
        </p:nvSpPr>
        <p:spPr>
          <a:xfrm>
            <a:off x="4438802" y="2843784"/>
            <a:ext cx="331409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25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쇼업 (40%)</a:t>
            </a:r>
            <a:endParaRPr sz="11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A001E18-158A-4325-A118-0438F43795DE}"/>
              </a:ext>
            </a:extLst>
          </p:cNvPr>
          <p:cNvSpPr>
            <a:spLocks noGrp="1"/>
          </p:cNvSpPr>
          <p:nvPr/>
        </p:nvSpPr>
        <p:spPr>
          <a:xfrm>
            <a:off x="8054645" y="2276856"/>
            <a:ext cx="3679850" cy="896112"/>
          </a:xfrm>
          <a:prstGeom prst="roundRect">
            <a:avLst>
              <a:gd name="adj" fmla="val 1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6DAB159-D844-40A1-A47C-E5B2D2762941}"/>
              </a:ext>
            </a:extLst>
          </p:cNvPr>
          <p:cNvSpPr>
            <a:spLocks noGrp="1"/>
          </p:cNvSpPr>
          <p:nvPr/>
        </p:nvSpPr>
        <p:spPr>
          <a:xfrm>
            <a:off x="8237525" y="2368296"/>
            <a:ext cx="331409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450" b="1">
                <a:solidFill>
                  <a:srgbClr val="E5484D"/>
                </a:solidFill>
                <a:latin typeface="Pretendard"/>
                <a:ea typeface="Pretendard"/>
                <a:cs typeface="Pretendard"/>
              </a:rPr>
              <a:t>9</a:t>
            </a:r>
            <a:endParaRPr sz="28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354579E-5296-471A-A997-31AD4CE5FE63}"/>
              </a:ext>
            </a:extLst>
          </p:cNvPr>
          <p:cNvSpPr>
            <a:spLocks noGrp="1"/>
          </p:cNvSpPr>
          <p:nvPr/>
        </p:nvSpPr>
        <p:spPr>
          <a:xfrm>
            <a:off x="8237525" y="2368296"/>
            <a:ext cx="3314090" cy="530352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13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명</a:t>
            </a:r>
            <a:endParaRPr sz="13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DB1E99A-C3A8-4236-9F56-CA21AAEF50C9}"/>
              </a:ext>
            </a:extLst>
          </p:cNvPr>
          <p:cNvSpPr>
            <a:spLocks noGrp="1"/>
          </p:cNvSpPr>
          <p:nvPr/>
        </p:nvSpPr>
        <p:spPr>
          <a:xfrm>
            <a:off x="8237525" y="2843784"/>
            <a:ext cx="331409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25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노쇼 (60%)</a:t>
            </a:r>
            <a:endParaRPr sz="1100"/>
          </a:p>
        </p:txBody>
      </p:sp>
      <p:sp>
        <p:nvSpPr>
          <p:cNvPr id="200" name="S200">
            <a:extLst>
              <a:ext uri="{FF2B5EF4-FFF2-40B4-BE49-F238E27FC236}">
                <a16:creationId xmlns:a16="http://schemas.microsoft.com/office/drawing/2014/main" id="{53E36947-28FE-4FBE-9A83-814FE240BBBD}"/>
              </a:ext>
            </a:extLst>
          </p:cNvPr>
          <p:cNvSpPr>
            <a:spLocks noGrp="1"/>
          </p:cNvSpPr>
          <p:nvPr/>
        </p:nvSpPr>
        <p:spPr>
          <a:xfrm>
            <a:off x="457200" y="3374136"/>
            <a:ext cx="3524250" cy="2999994"/>
          </a:xfrm>
          <a:prstGeom prst="roundRect">
            <a:avLst>
              <a:gd name="adj" fmla="val 41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1" name="S201">
            <a:extLst>
              <a:ext uri="{FF2B5EF4-FFF2-40B4-BE49-F238E27FC236}">
                <a16:creationId xmlns:a16="http://schemas.microsoft.com/office/drawing/2014/main" id="{4D9B53C7-1BEF-4E8F-ABE0-684B58C75BC1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666750" cy="285750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2" name="T202">
            <a:extLst>
              <a:ext uri="{FF2B5EF4-FFF2-40B4-BE49-F238E27FC236}">
                <a16:creationId xmlns:a16="http://schemas.microsoft.com/office/drawing/2014/main" id="{266E3036-17B9-4893-824F-22BB0F0FBBBD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666750" cy="285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RJ</a:t>
            </a:r>
            <a:endParaRPr sz="1000"/>
          </a:p>
        </p:txBody>
      </p:sp>
      <p:sp>
        <p:nvSpPr>
          <p:cNvPr id="203" name="T203">
            <a:extLst>
              <a:ext uri="{FF2B5EF4-FFF2-40B4-BE49-F238E27FC236}">
                <a16:creationId xmlns:a16="http://schemas.microsoft.com/office/drawing/2014/main" id="{935C877C-6D2D-4D92-9725-5252CE875365}"/>
              </a:ext>
            </a:extLst>
          </p:cNvPr>
          <p:cNvSpPr>
            <a:spLocks noGrp="1"/>
          </p:cNvSpPr>
          <p:nvPr/>
        </p:nvSpPr>
        <p:spPr>
          <a:xfrm>
            <a:off x="1562100" y="3514725"/>
            <a:ext cx="1381125" cy="4000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임재영 AOP</a:t>
            </a:r>
            <a:endParaRPr sz="1250"/>
          </a:p>
        </p:txBody>
      </p:sp>
      <p:sp>
        <p:nvSpPr>
          <p:cNvPr id="204" name="T204">
            <a:extLst>
              <a:ext uri="{FF2B5EF4-FFF2-40B4-BE49-F238E27FC236}">
                <a16:creationId xmlns:a16="http://schemas.microsoft.com/office/drawing/2014/main" id="{EF092F33-DD90-4BCD-BEDC-8EA5A48DA8C5}"/>
              </a:ext>
            </a:extLst>
          </p:cNvPr>
          <p:cNvSpPr>
            <a:spLocks noGrp="1"/>
          </p:cNvSpPr>
          <p:nvPr/>
        </p:nvSpPr>
        <p:spPr>
          <a:xfrm>
            <a:off x="2971800" y="3505200"/>
            <a:ext cx="800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21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29%</a:t>
            </a:r>
            <a:endParaRPr sz="1400"/>
          </a:p>
        </p:txBody>
      </p:sp>
      <p:sp>
        <p:nvSpPr>
          <p:cNvPr id="205" name="T205">
            <a:extLst>
              <a:ext uri="{FF2B5EF4-FFF2-40B4-BE49-F238E27FC236}">
                <a16:creationId xmlns:a16="http://schemas.microsoft.com/office/drawing/2014/main" id="{4526B407-7D70-4B9D-B791-DBD69E1243D5}"/>
              </a:ext>
            </a:extLst>
          </p:cNvPr>
          <p:cNvSpPr>
            <a:spLocks noGrp="1"/>
          </p:cNvSpPr>
          <p:nvPr/>
        </p:nvSpPr>
        <p:spPr>
          <a:xfrm>
            <a:off x="742950" y="4171950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면접 7건</a:t>
            </a:r>
            <a:endParaRPr sz="900"/>
          </a:p>
        </p:txBody>
      </p:sp>
      <p:sp>
        <p:nvSpPr>
          <p:cNvPr id="258" name="S258">
            <a:extLst>
              <a:ext uri="{FF2B5EF4-FFF2-40B4-BE49-F238E27FC236}">
                <a16:creationId xmlns:a16="http://schemas.microsoft.com/office/drawing/2014/main" id="{F74ED8A9-6CB6-46F0-8113-381A4A6DCBCE}"/>
              </a:ext>
            </a:extLst>
          </p:cNvPr>
          <p:cNvSpPr>
            <a:spLocks noGrp="1"/>
          </p:cNvSpPr>
          <p:nvPr/>
        </p:nvSpPr>
        <p:spPr>
          <a:xfrm>
            <a:off x="4333875" y="3374136"/>
            <a:ext cx="3524250" cy="2999994"/>
          </a:xfrm>
          <a:prstGeom prst="roundRect">
            <a:avLst>
              <a:gd name="adj" fmla="val 41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9" name="S259">
            <a:extLst>
              <a:ext uri="{FF2B5EF4-FFF2-40B4-BE49-F238E27FC236}">
                <a16:creationId xmlns:a16="http://schemas.microsoft.com/office/drawing/2014/main" id="{E4A99CF9-0D7C-484D-B9D3-E4C3A6DB0947}"/>
              </a:ext>
            </a:extLst>
          </p:cNvPr>
          <p:cNvSpPr>
            <a:spLocks noGrp="1"/>
          </p:cNvSpPr>
          <p:nvPr/>
        </p:nvSpPr>
        <p:spPr>
          <a:xfrm>
            <a:off x="4600575" y="3562350"/>
            <a:ext cx="666750" cy="285750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0" name="T260">
            <a:extLst>
              <a:ext uri="{FF2B5EF4-FFF2-40B4-BE49-F238E27FC236}">
                <a16:creationId xmlns:a16="http://schemas.microsoft.com/office/drawing/2014/main" id="{0755086B-9FEA-402E-BD18-5C9E870AF5A4}"/>
              </a:ext>
            </a:extLst>
          </p:cNvPr>
          <p:cNvSpPr>
            <a:spLocks noGrp="1"/>
          </p:cNvSpPr>
          <p:nvPr/>
        </p:nvSpPr>
        <p:spPr>
          <a:xfrm>
            <a:off x="4600575" y="3562350"/>
            <a:ext cx="666750" cy="285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RJ</a:t>
            </a:r>
            <a:endParaRPr sz="1000"/>
          </a:p>
        </p:txBody>
      </p:sp>
      <p:sp>
        <p:nvSpPr>
          <p:cNvPr id="261" name="T261">
            <a:extLst>
              <a:ext uri="{FF2B5EF4-FFF2-40B4-BE49-F238E27FC236}">
                <a16:creationId xmlns:a16="http://schemas.microsoft.com/office/drawing/2014/main" id="{D06415AC-974E-45D1-8CF9-E36740D1F843}"/>
              </a:ext>
            </a:extLst>
          </p:cNvPr>
          <p:cNvSpPr>
            <a:spLocks noGrp="1"/>
          </p:cNvSpPr>
          <p:nvPr/>
        </p:nvSpPr>
        <p:spPr>
          <a:xfrm>
            <a:off x="5438775" y="3514725"/>
            <a:ext cx="1381125" cy="4000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고윤경 TL</a:t>
            </a:r>
            <a:endParaRPr sz="1250"/>
          </a:p>
        </p:txBody>
      </p:sp>
      <p:sp>
        <p:nvSpPr>
          <p:cNvPr id="262" name="T262">
            <a:extLst>
              <a:ext uri="{FF2B5EF4-FFF2-40B4-BE49-F238E27FC236}">
                <a16:creationId xmlns:a16="http://schemas.microsoft.com/office/drawing/2014/main" id="{C71F30BA-A355-49B7-9424-4BCF59F1AB23}"/>
              </a:ext>
            </a:extLst>
          </p:cNvPr>
          <p:cNvSpPr>
            <a:spLocks noGrp="1"/>
          </p:cNvSpPr>
          <p:nvPr/>
        </p:nvSpPr>
        <p:spPr>
          <a:xfrm>
            <a:off x="6848475" y="3505200"/>
            <a:ext cx="800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21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33%</a:t>
            </a:r>
            <a:endParaRPr sz="1400"/>
          </a:p>
        </p:txBody>
      </p:sp>
      <p:sp>
        <p:nvSpPr>
          <p:cNvPr id="263" name="T263">
            <a:extLst>
              <a:ext uri="{FF2B5EF4-FFF2-40B4-BE49-F238E27FC236}">
                <a16:creationId xmlns:a16="http://schemas.microsoft.com/office/drawing/2014/main" id="{D4C137FB-9309-46D8-B809-6AAC2E6F3808}"/>
              </a:ext>
            </a:extLst>
          </p:cNvPr>
          <p:cNvSpPr>
            <a:spLocks noGrp="1"/>
          </p:cNvSpPr>
          <p:nvPr/>
        </p:nvSpPr>
        <p:spPr>
          <a:xfrm>
            <a:off x="4619625" y="4171950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면접 6건</a:t>
            </a:r>
            <a:endParaRPr sz="900"/>
          </a:p>
        </p:txBody>
      </p:sp>
      <p:sp>
        <p:nvSpPr>
          <p:cNvPr id="300" name="S300">
            <a:extLst>
              <a:ext uri="{FF2B5EF4-FFF2-40B4-BE49-F238E27FC236}">
                <a16:creationId xmlns:a16="http://schemas.microsoft.com/office/drawing/2014/main" id="{9193EED3-2532-4938-BD14-652A2DAD521A}"/>
              </a:ext>
            </a:extLst>
          </p:cNvPr>
          <p:cNvSpPr>
            <a:spLocks noGrp="1"/>
          </p:cNvSpPr>
          <p:nvPr/>
        </p:nvSpPr>
        <p:spPr>
          <a:xfrm>
            <a:off x="8210550" y="3374136"/>
            <a:ext cx="3524250" cy="2999994"/>
          </a:xfrm>
          <a:prstGeom prst="roundRect">
            <a:avLst>
              <a:gd name="adj" fmla="val 41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1" name="S301">
            <a:extLst>
              <a:ext uri="{FF2B5EF4-FFF2-40B4-BE49-F238E27FC236}">
                <a16:creationId xmlns:a16="http://schemas.microsoft.com/office/drawing/2014/main" id="{88AD8761-D160-4CAC-9AB5-669BD8F187EA}"/>
              </a:ext>
            </a:extLst>
          </p:cNvPr>
          <p:cNvSpPr>
            <a:spLocks noGrp="1"/>
          </p:cNvSpPr>
          <p:nvPr/>
        </p:nvSpPr>
        <p:spPr>
          <a:xfrm>
            <a:off x="8477250" y="3562350"/>
            <a:ext cx="666750" cy="285750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2" name="T302">
            <a:extLst>
              <a:ext uri="{FF2B5EF4-FFF2-40B4-BE49-F238E27FC236}">
                <a16:creationId xmlns:a16="http://schemas.microsoft.com/office/drawing/2014/main" id="{5E68E5A8-A0A3-49A9-883F-A7A506223A0F}"/>
              </a:ext>
            </a:extLst>
          </p:cNvPr>
          <p:cNvSpPr>
            <a:spLocks noGrp="1"/>
          </p:cNvSpPr>
          <p:nvPr/>
        </p:nvSpPr>
        <p:spPr>
          <a:xfrm>
            <a:off x="8477250" y="3562350"/>
            <a:ext cx="666750" cy="285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RJ</a:t>
            </a:r>
            <a:endParaRPr sz="1000"/>
          </a:p>
        </p:txBody>
      </p:sp>
      <p:sp>
        <p:nvSpPr>
          <p:cNvPr id="303" name="T303">
            <a:extLst>
              <a:ext uri="{FF2B5EF4-FFF2-40B4-BE49-F238E27FC236}">
                <a16:creationId xmlns:a16="http://schemas.microsoft.com/office/drawing/2014/main" id="{E1A00C85-938B-4048-B7C6-06BD1648192E}"/>
              </a:ext>
            </a:extLst>
          </p:cNvPr>
          <p:cNvSpPr>
            <a:spLocks noGrp="1"/>
          </p:cNvSpPr>
          <p:nvPr/>
        </p:nvSpPr>
        <p:spPr>
          <a:xfrm>
            <a:off x="9315450" y="3514725"/>
            <a:ext cx="1381125" cy="4000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윤채영 TL</a:t>
            </a:r>
            <a:endParaRPr sz="1250"/>
          </a:p>
        </p:txBody>
      </p:sp>
      <p:sp>
        <p:nvSpPr>
          <p:cNvPr id="304" name="T304">
            <a:extLst>
              <a:ext uri="{FF2B5EF4-FFF2-40B4-BE49-F238E27FC236}">
                <a16:creationId xmlns:a16="http://schemas.microsoft.com/office/drawing/2014/main" id="{D7F66332-0A3C-4C8F-A0D8-3966BBF2072C}"/>
              </a:ext>
            </a:extLst>
          </p:cNvPr>
          <p:cNvSpPr>
            <a:spLocks noGrp="1"/>
          </p:cNvSpPr>
          <p:nvPr/>
        </p:nvSpPr>
        <p:spPr>
          <a:xfrm>
            <a:off x="10725150" y="3505200"/>
            <a:ext cx="800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2100" b="1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100%</a:t>
            </a:r>
            <a:endParaRPr sz="1400"/>
          </a:p>
        </p:txBody>
      </p:sp>
      <p:sp>
        <p:nvSpPr>
          <p:cNvPr id="305" name="T305">
            <a:extLst>
              <a:ext uri="{FF2B5EF4-FFF2-40B4-BE49-F238E27FC236}">
                <a16:creationId xmlns:a16="http://schemas.microsoft.com/office/drawing/2014/main" id="{F469DFC7-3A86-4608-8122-D225343E2F24}"/>
              </a:ext>
            </a:extLst>
          </p:cNvPr>
          <p:cNvSpPr>
            <a:spLocks noGrp="1"/>
          </p:cNvSpPr>
          <p:nvPr/>
        </p:nvSpPr>
        <p:spPr>
          <a:xfrm>
            <a:off x="8496300" y="4171950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면접 2건</a:t>
            </a:r>
            <a:endParaRPr sz="900"/>
          </a:p>
        </p:txBody>
      </p: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EB0B927A-E995-48E6-B446-7EB81A0E0C8A}"/>
              </a:ext>
            </a:extLst>
          </p:cNvPr>
          <p:cNvSpPr>
            <a:spLocks noGrp="1"/>
          </p:cNvSpPr>
          <p:nvPr/>
        </p:nvSpPr>
        <p:spPr>
          <a:xfrm>
            <a:off x="742950" y="4810125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67" lnSpcReduction="10000"/>
          </a:bodyPr>
          <a:lstStyle/>
          <a:p>
            <a:pPr algn="l">
              <a:buNone/>
              <a:defRPr sz="1800" b="1">
                <a:solidFill>
                  <a:srgbClr val="16A36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쇼업 2건</a:t>
            </a:r>
          </a:p>
        </p:txBody>
      </p: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AFFDF50F-A18C-4D71-BB5B-28553506C952}"/>
              </a:ext>
            </a:extLst>
          </p:cNvPr>
          <p:cNvSpPr>
            <a:spLocks noGrp="1"/>
          </p:cNvSpPr>
          <p:nvPr/>
        </p:nvSpPr>
        <p:spPr>
          <a:xfrm>
            <a:off x="742950" y="5305425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67" lnSpcReduction="10000"/>
          </a:bodyPr>
          <a:lstStyle/>
          <a:p>
            <a:pPr algn="l">
              <a:buNone/>
              <a:defRPr sz="1800" b="1">
                <a:solidFill>
                  <a:srgbClr val="E5484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E5484D"/>
                </a:solidFill>
                <a:latin typeface="Pretendard"/>
                <a:ea typeface="Pretendard"/>
                <a:cs typeface="Pretendard"/>
              </a:rPr>
              <a:t>노쇼 5건</a:t>
            </a:r>
          </a:p>
        </p:txBody>
      </p: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7AFEAB11-8931-4451-A6F9-02ED522FE69E}"/>
              </a:ext>
            </a:extLst>
          </p:cNvPr>
          <p:cNvSpPr>
            <a:spLocks noGrp="1"/>
          </p:cNvSpPr>
          <p:nvPr/>
        </p:nvSpPr>
        <p:spPr>
          <a:xfrm>
            <a:off x="4619625" y="4810125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67" lnSpcReduction="10000"/>
          </a:bodyPr>
          <a:lstStyle/>
          <a:p>
            <a:pPr algn="l">
              <a:buNone/>
              <a:defRPr sz="1800" b="1">
                <a:solidFill>
                  <a:srgbClr val="16A36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쇼업 2건</a:t>
            </a:r>
          </a:p>
        </p:txBody>
      </p:sp>
      <p:sp>
        <p:nvSpPr>
          <p:cNvPr id="332" name="직사각형 331">
            <a:extLst>
              <a:ext uri="{FF2B5EF4-FFF2-40B4-BE49-F238E27FC236}">
                <a16:creationId xmlns:a16="http://schemas.microsoft.com/office/drawing/2014/main" id="{4A22EE43-B75B-4F99-9753-F6C277380820}"/>
              </a:ext>
            </a:extLst>
          </p:cNvPr>
          <p:cNvSpPr>
            <a:spLocks noGrp="1"/>
          </p:cNvSpPr>
          <p:nvPr/>
        </p:nvSpPr>
        <p:spPr>
          <a:xfrm>
            <a:off x="4619625" y="5305425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67" lnSpcReduction="10000"/>
          </a:bodyPr>
          <a:lstStyle/>
          <a:p>
            <a:pPr algn="l">
              <a:buNone/>
              <a:defRPr sz="1800" b="1">
                <a:solidFill>
                  <a:srgbClr val="E5484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E5484D"/>
                </a:solidFill>
                <a:latin typeface="Pretendard"/>
                <a:ea typeface="Pretendard"/>
                <a:cs typeface="Pretendard"/>
              </a:rPr>
              <a:t>노쇼 4건</a:t>
            </a:r>
          </a:p>
        </p:txBody>
      </p:sp>
      <p:sp>
        <p:nvSpPr>
          <p:cNvPr id="333" name="직사각형 332">
            <a:extLst>
              <a:ext uri="{FF2B5EF4-FFF2-40B4-BE49-F238E27FC236}">
                <a16:creationId xmlns:a16="http://schemas.microsoft.com/office/drawing/2014/main" id="{8D1BD00F-2532-47C3-9A55-08F5C148F762}"/>
              </a:ext>
            </a:extLst>
          </p:cNvPr>
          <p:cNvSpPr>
            <a:spLocks noGrp="1"/>
          </p:cNvSpPr>
          <p:nvPr/>
        </p:nvSpPr>
        <p:spPr>
          <a:xfrm>
            <a:off x="8496300" y="4810125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67" lnSpcReduction="10000"/>
          </a:bodyPr>
          <a:lstStyle/>
          <a:p>
            <a:pPr algn="l">
              <a:buNone/>
              <a:defRPr sz="1800" b="1">
                <a:solidFill>
                  <a:srgbClr val="16A36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6A36F"/>
                </a:solidFill>
                <a:latin typeface="Pretendard"/>
                <a:ea typeface="Pretendard"/>
                <a:cs typeface="Pretendard"/>
              </a:rPr>
              <a:t>쇼업 2건</a:t>
            </a:r>
          </a:p>
        </p:txBody>
      </p:sp>
      <p:sp>
        <p:nvSpPr>
          <p:cNvPr id="334" name="직사각형 333">
            <a:extLst>
              <a:ext uri="{FF2B5EF4-FFF2-40B4-BE49-F238E27FC236}">
                <a16:creationId xmlns:a16="http://schemas.microsoft.com/office/drawing/2014/main" id="{D60A0B23-F2DF-4901-B80B-34FEB75E981E}"/>
              </a:ext>
            </a:extLst>
          </p:cNvPr>
          <p:cNvSpPr>
            <a:spLocks noGrp="1"/>
          </p:cNvSpPr>
          <p:nvPr/>
        </p:nvSpPr>
        <p:spPr>
          <a:xfrm>
            <a:off x="8496300" y="5305425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67" lnSpcReduction="10000"/>
          </a:bodyPr>
          <a:lstStyle/>
          <a:p>
            <a:pPr algn="l">
              <a:buNone/>
              <a:defRPr sz="1800" b="1">
                <a:solidFill>
                  <a:srgbClr val="E5484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E5484D"/>
                </a:solidFill>
                <a:latin typeface="Pretendard"/>
                <a:ea typeface="Pretendard"/>
                <a:cs typeface="Pretendard"/>
              </a:rPr>
              <a:t>노쇼 0건</a:t>
            </a:r>
          </a:p>
        </p:txBody>
      </p:sp>
    </p:spTree>
    <p:extLst>
      <p:ext uri="{BB962C8B-B14F-4D97-AF65-F5344CB8AC3E}">
        <p14:creationId xmlns:p14="http://schemas.microsoft.com/office/powerpoint/2010/main" val="1412770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5F63E4-5048-418E-AE17-ACDBCEF32832}"/>
              </a:ext>
            </a:extLst>
          </p:cNvPr>
          <p:cNvSpPr>
            <a:spLocks noGrp="1"/>
          </p:cNvSpPr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챌린지 &amp; 액션</a:t>
            </a:r>
            <a:endParaRPr sz="1200"/>
          </a:p>
        </p:txBody>
      </p:sp>
      <p:pic>
        <p:nvPicPr>
          <p:cNvPr id="4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95BE6A9-7BCD-47A4-861D-681B49B6FEAF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8</a:t>
            </a:r>
            <a:endParaRPr sz="1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D89FBB2-7324-4C1B-BD00-36339142E1D1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sz="28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Challenge &amp; Solution</a:t>
            </a:r>
            <a:endParaRPr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6903824-5AE3-4BE6-BEA6-F69AC74FAFEE}"/>
              </a:ext>
            </a:extLst>
          </p:cNvPr>
          <p:cNvSpPr>
            <a:spLocks noGrp="1"/>
          </p:cNvSpPr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7월 데이터에서 확인된 운영 과제와 8월 액션 제안</a:t>
            </a:r>
            <a:endParaRPr sz="16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1FE6CCD-754E-4583-B688-760CBFD8302A}"/>
              </a:ext>
            </a:extLst>
          </p:cNvPr>
          <p:cNvSpPr>
            <a:spLocks noGrp="1"/>
          </p:cNvSpPr>
          <p:nvPr/>
        </p:nvSpPr>
        <p:spPr>
          <a:xfrm>
            <a:off x="457200" y="2276856"/>
            <a:ext cx="11277295" cy="1240536"/>
          </a:xfrm>
          <a:prstGeom prst="roundRect">
            <a:avLst>
              <a:gd name="adj" fmla="val 9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B400F6D-E928-4719-B256-035B42645769}"/>
              </a:ext>
            </a:extLst>
          </p:cNvPr>
          <p:cNvSpPr>
            <a:spLocks noGrp="1"/>
          </p:cNvSpPr>
          <p:nvPr/>
        </p:nvSpPr>
        <p:spPr>
          <a:xfrm>
            <a:off x="640080" y="2414016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3482D0D-24F1-49C8-8467-3BCC3CCC9F3D}"/>
              </a:ext>
            </a:extLst>
          </p:cNvPr>
          <p:cNvSpPr>
            <a:spLocks noGrp="1"/>
          </p:cNvSpPr>
          <p:nvPr/>
        </p:nvSpPr>
        <p:spPr>
          <a:xfrm>
            <a:off x="640080" y="241401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REJECTION</a:t>
            </a:r>
            <a:endParaRPr sz="10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8B63371-BF8A-413E-8475-8050BAFA6947}"/>
              </a:ext>
            </a:extLst>
          </p:cNvPr>
          <p:cNvSpPr>
            <a:spLocks noGrp="1"/>
          </p:cNvSpPr>
          <p:nvPr/>
        </p:nvSpPr>
        <p:spPr>
          <a:xfrm>
            <a:off x="4389120" y="235000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9FDB747-54E0-4DD2-AAB8-76C39CF8E344}"/>
              </a:ext>
            </a:extLst>
          </p:cNvPr>
          <p:cNvSpPr>
            <a:spLocks noGrp="1"/>
          </p:cNvSpPr>
          <p:nvPr/>
        </p:nvSpPr>
        <p:spPr>
          <a:xfrm>
            <a:off x="8366760" y="235000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861EA9C-7061-4B95-87D3-629950395280}"/>
              </a:ext>
            </a:extLst>
          </p:cNvPr>
          <p:cNvSpPr>
            <a:spLocks noGrp="1"/>
          </p:cNvSpPr>
          <p:nvPr/>
        </p:nvSpPr>
        <p:spPr>
          <a:xfrm>
            <a:off x="640080" y="2734056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CHALLENGE</a:t>
            </a:r>
            <a:endParaRPr sz="9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74AC6F8-ADB6-4E48-BE04-2342100E4557}"/>
              </a:ext>
            </a:extLst>
          </p:cNvPr>
          <p:cNvSpPr>
            <a:spLocks noGrp="1"/>
          </p:cNvSpPr>
          <p:nvPr/>
        </p:nvSpPr>
        <p:spPr>
          <a:xfrm>
            <a:off x="640080" y="2935224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리젝률 상위 3명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DFDE6F0-BA5B-44D9-8F65-B375DDCA1E19}"/>
              </a:ext>
            </a:extLst>
          </p:cNvPr>
          <p:cNvSpPr>
            <a:spLocks noGrp="1"/>
          </p:cNvSpPr>
          <p:nvPr/>
        </p:nvSpPr>
        <p:spPr>
          <a:xfrm>
            <a:off x="640080" y="3282696"/>
            <a:ext cx="356616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5681" lnSpcReduction="10000"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800" b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임재영 53.6% · 윤채영 44.4% · 박인선 43.8%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04A1588-DD27-4BEB-9170-E69DAF606DAA}"/>
              </a:ext>
            </a:extLst>
          </p:cNvPr>
          <p:cNvSpPr>
            <a:spLocks noGrp="1"/>
          </p:cNvSpPr>
          <p:nvPr/>
        </p:nvSpPr>
        <p:spPr>
          <a:xfrm>
            <a:off x="4572000" y="273405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SOLUTION</a:t>
            </a:r>
            <a:endParaRPr sz="9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90A3C67-AE3C-4A4D-B0FF-6BB685FBA10F}"/>
              </a:ext>
            </a:extLst>
          </p:cNvPr>
          <p:cNvSpPr>
            <a:spLocks noGrp="1"/>
          </p:cNvSpPr>
          <p:nvPr/>
        </p:nvSpPr>
        <p:spPr>
          <a:xfrm>
            <a:off x="4572000" y="2935224"/>
            <a:ext cx="3657600" cy="4907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975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리젝률 상승인원 대부분 퍼폼 상승이후 필드일수 Drop </a:t>
            </a:r>
          </a:p>
          <a:p>
            <a:pPr marL="0" indent="0">
              <a:lnSpc>
                <a:spcPct val="150000"/>
              </a:lnSpc>
              <a:buNone/>
            </a:pPr>
            <a:r>
              <a:rPr sz="975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(인선-가정사, 재영 채영(위페어) 이후 HC 및 개인 세일즈 목표 회복</a:t>
            </a:r>
            <a:endParaRPr sz="975" b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BA5333D-C151-4CD6-8261-784397CDF41A}"/>
              </a:ext>
            </a:extLst>
          </p:cNvPr>
          <p:cNvSpPr>
            <a:spLocks noGrp="1"/>
          </p:cNvSpPr>
          <p:nvPr/>
        </p:nvSpPr>
        <p:spPr>
          <a:xfrm>
            <a:off x="8549640" y="2734056"/>
            <a:ext cx="3230575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RESULT</a:t>
            </a:r>
            <a:endParaRPr sz="9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4A84009-EA59-44F1-B768-3EE23532FEF9}"/>
              </a:ext>
            </a:extLst>
          </p:cNvPr>
          <p:cNvSpPr>
            <a:spLocks noGrp="1"/>
          </p:cNvSpPr>
          <p:nvPr/>
        </p:nvSpPr>
        <p:spPr>
          <a:xfrm>
            <a:off x="8549640" y="2935224"/>
            <a:ext cx="3230575" cy="4907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975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8월 리젝률 35% 이하</a:t>
            </a:r>
            <a:r>
              <a:rPr sz="975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목표로 개인세일즈 상승중</a:t>
            </a:r>
            <a:endParaRPr sz="975" b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A09EE78-8A7B-4B19-93E1-42D7D869B073}"/>
              </a:ext>
            </a:extLst>
          </p:cNvPr>
          <p:cNvSpPr>
            <a:spLocks noGrp="1"/>
          </p:cNvSpPr>
          <p:nvPr/>
        </p:nvSpPr>
        <p:spPr>
          <a:xfrm>
            <a:off x="457200" y="3617976"/>
            <a:ext cx="11277295" cy="1240536"/>
          </a:xfrm>
          <a:prstGeom prst="roundRect">
            <a:avLst>
              <a:gd name="adj" fmla="val 9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06F9910-E530-4682-9C17-B69E86FE55E7}"/>
              </a:ext>
            </a:extLst>
          </p:cNvPr>
          <p:cNvSpPr>
            <a:spLocks noGrp="1"/>
          </p:cNvSpPr>
          <p:nvPr/>
        </p:nvSpPr>
        <p:spPr>
          <a:xfrm>
            <a:off x="640080" y="3755136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B881F3F-3B4C-492C-A2FB-AE21A54234F8}"/>
              </a:ext>
            </a:extLst>
          </p:cNvPr>
          <p:cNvSpPr>
            <a:spLocks noGrp="1"/>
          </p:cNvSpPr>
          <p:nvPr/>
        </p:nvSpPr>
        <p:spPr>
          <a:xfrm>
            <a:off x="640080" y="37551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41"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PRODUCTIVITY</a:t>
            </a:r>
            <a:endParaRPr sz="100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4FE82FA7-1EB6-49F5-8D77-CF8FB82FAF60}"/>
              </a:ext>
            </a:extLst>
          </p:cNvPr>
          <p:cNvSpPr>
            <a:spLocks noGrp="1"/>
          </p:cNvSpPr>
          <p:nvPr/>
        </p:nvSpPr>
        <p:spPr>
          <a:xfrm>
            <a:off x="4389120" y="369112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60183F4A-BCFA-48F7-B537-898D119CAACF}"/>
              </a:ext>
            </a:extLst>
          </p:cNvPr>
          <p:cNvSpPr>
            <a:spLocks noGrp="1"/>
          </p:cNvSpPr>
          <p:nvPr/>
        </p:nvSpPr>
        <p:spPr>
          <a:xfrm>
            <a:off x="8366760" y="369112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7E820A27-3401-479B-91CB-B363D1535C98}"/>
              </a:ext>
            </a:extLst>
          </p:cNvPr>
          <p:cNvSpPr>
            <a:spLocks noGrp="1"/>
          </p:cNvSpPr>
          <p:nvPr/>
        </p:nvSpPr>
        <p:spPr>
          <a:xfrm>
            <a:off x="640080" y="4075176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CHALLENGE</a:t>
            </a:r>
            <a:endParaRPr sz="9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8861E0F0-9C40-4D1A-BF3E-F62E8D43C122}"/>
              </a:ext>
            </a:extLst>
          </p:cNvPr>
          <p:cNvSpPr>
            <a:spLocks noGrp="1"/>
          </p:cNvSpPr>
          <p:nvPr/>
        </p:nvSpPr>
        <p:spPr>
          <a:xfrm>
            <a:off x="640080" y="4276344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AVG 1.0 미만 2명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E5DC30A0-3B00-4763-A237-88859F999AEE}"/>
              </a:ext>
            </a:extLst>
          </p:cNvPr>
          <p:cNvSpPr>
            <a:spLocks noGrp="1"/>
          </p:cNvSpPr>
          <p:nvPr/>
        </p:nvSpPr>
        <p:spPr>
          <a:xfrm>
            <a:off x="640080" y="4623816"/>
            <a:ext cx="356616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1628" lnSpcReduction="10000"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900" b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이윤성 0.73 · 민병준 0.82</a:t>
            </a: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7A82F66-9F0F-4B03-98A9-62AE3651B155}"/>
              </a:ext>
            </a:extLst>
          </p:cNvPr>
          <p:cNvSpPr>
            <a:spLocks noGrp="1"/>
          </p:cNvSpPr>
          <p:nvPr/>
        </p:nvSpPr>
        <p:spPr>
          <a:xfrm>
            <a:off x="4572000" y="407517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SOLUTION</a:t>
            </a:r>
            <a:endParaRPr sz="9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45785410-7C9B-4F0F-872E-5B699F9430FA}"/>
              </a:ext>
            </a:extLst>
          </p:cNvPr>
          <p:cNvSpPr>
            <a:spLocks noGrp="1"/>
          </p:cNvSpPr>
          <p:nvPr/>
        </p:nvSpPr>
        <p:spPr>
          <a:xfrm>
            <a:off x="4572000" y="4276344"/>
            <a:ext cx="3657600" cy="4907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975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최상위 리더와 피치연습 및 필드계획</a:t>
            </a:r>
            <a:endParaRPr sz="975" b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D16334A5-AB1E-4CCE-8053-86A174F9A843}"/>
              </a:ext>
            </a:extLst>
          </p:cNvPr>
          <p:cNvSpPr>
            <a:spLocks noGrp="1"/>
          </p:cNvSpPr>
          <p:nvPr/>
        </p:nvSpPr>
        <p:spPr>
          <a:xfrm>
            <a:off x="8549640" y="4075176"/>
            <a:ext cx="3230575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RESULT</a:t>
            </a:r>
            <a:endParaRPr sz="9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82C174E2-E516-4D31-83AC-6B92787FC818}"/>
              </a:ext>
            </a:extLst>
          </p:cNvPr>
          <p:cNvSpPr>
            <a:spLocks noGrp="1"/>
          </p:cNvSpPr>
          <p:nvPr/>
        </p:nvSpPr>
        <p:spPr>
          <a:xfrm>
            <a:off x="8549640" y="4276344"/>
            <a:ext cx="3230575" cy="4907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975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민병준 IC -&gt; LR </a:t>
            </a:r>
            <a:r>
              <a:rPr sz="975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세일즈 회복, 이윤성 필드 계획중</a:t>
            </a:r>
            <a:endParaRPr sz="975" b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4AA1CC33-F678-4611-A5EA-BDB41D27D577}"/>
              </a:ext>
            </a:extLst>
          </p:cNvPr>
          <p:cNvSpPr>
            <a:spLocks noGrp="1"/>
          </p:cNvSpPr>
          <p:nvPr/>
        </p:nvSpPr>
        <p:spPr>
          <a:xfrm>
            <a:off x="457200" y="4959096"/>
            <a:ext cx="11277295" cy="1240536"/>
          </a:xfrm>
          <a:prstGeom prst="roundRect">
            <a:avLst>
              <a:gd name="adj" fmla="val 9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869B2273-25CE-4137-8B8B-997C0A6DFF26}"/>
              </a:ext>
            </a:extLst>
          </p:cNvPr>
          <p:cNvSpPr>
            <a:spLocks noGrp="1"/>
          </p:cNvSpPr>
          <p:nvPr/>
        </p:nvSpPr>
        <p:spPr>
          <a:xfrm>
            <a:off x="640080" y="5096256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378AE27A-5A35-4660-9A50-AE8A567F2C5C}"/>
              </a:ext>
            </a:extLst>
          </p:cNvPr>
          <p:cNvSpPr>
            <a:spLocks noGrp="1"/>
          </p:cNvSpPr>
          <p:nvPr/>
        </p:nvSpPr>
        <p:spPr>
          <a:xfrm>
            <a:off x="640080" y="509625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RECRUIT</a:t>
            </a:r>
            <a:endParaRPr sz="100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112FD24A-2A76-4B37-B93D-C576A9D32DDE}"/>
              </a:ext>
            </a:extLst>
          </p:cNvPr>
          <p:cNvSpPr>
            <a:spLocks noGrp="1"/>
          </p:cNvSpPr>
          <p:nvPr/>
        </p:nvSpPr>
        <p:spPr>
          <a:xfrm>
            <a:off x="4389120" y="503224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99AD3947-ABF4-429D-8C55-5C19126489D6}"/>
              </a:ext>
            </a:extLst>
          </p:cNvPr>
          <p:cNvSpPr>
            <a:spLocks noGrp="1"/>
          </p:cNvSpPr>
          <p:nvPr/>
        </p:nvSpPr>
        <p:spPr>
          <a:xfrm>
            <a:off x="8366760" y="503224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798D1F3A-292C-4698-B115-74CD08D0180C}"/>
              </a:ext>
            </a:extLst>
          </p:cNvPr>
          <p:cNvSpPr>
            <a:spLocks noGrp="1"/>
          </p:cNvSpPr>
          <p:nvPr/>
        </p:nvSpPr>
        <p:spPr>
          <a:xfrm>
            <a:off x="640080" y="5416296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CHALLENGE</a:t>
            </a:r>
            <a:endParaRPr sz="9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DFB0A39C-3F15-49E3-A357-111F849FFD6F}"/>
              </a:ext>
            </a:extLst>
          </p:cNvPr>
          <p:cNvSpPr>
            <a:spLocks noGrp="1"/>
          </p:cNvSpPr>
          <p:nvPr/>
        </p:nvSpPr>
        <p:spPr>
          <a:xfrm>
            <a:off x="640080" y="5617464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리쿠르팅 넘버 Drop</a:t>
            </a: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4CAEF0A3-0E2F-4782-ADC9-FCE1D683FF20}"/>
              </a:ext>
            </a:extLst>
          </p:cNvPr>
          <p:cNvSpPr>
            <a:spLocks noGrp="1"/>
          </p:cNvSpPr>
          <p:nvPr/>
        </p:nvSpPr>
        <p:spPr>
          <a:xfrm>
            <a:off x="640080" y="5964936"/>
            <a:ext cx="356616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8181" lnSpcReduction="10000"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900" b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면접 15명 중 노쇼 9명</a:t>
            </a: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8C14A03C-32A0-4D7E-831E-41D314B0E905}"/>
              </a:ext>
            </a:extLst>
          </p:cNvPr>
          <p:cNvSpPr>
            <a:spLocks noGrp="1"/>
          </p:cNvSpPr>
          <p:nvPr/>
        </p:nvSpPr>
        <p:spPr>
          <a:xfrm>
            <a:off x="4572000" y="541629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SOLUTION</a:t>
            </a:r>
            <a:endParaRPr sz="90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8B2F848E-1A1F-4590-9A38-858E1703791B}"/>
              </a:ext>
            </a:extLst>
          </p:cNvPr>
          <p:cNvSpPr>
            <a:spLocks noGrp="1"/>
          </p:cNvSpPr>
          <p:nvPr/>
        </p:nvSpPr>
        <p:spPr>
          <a:xfrm>
            <a:off x="4572000" y="5617464"/>
            <a:ext cx="3657600" cy="4907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975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리더별 프로모션 계획과 부킹 골세팅</a:t>
            </a:r>
            <a:r>
              <a:rPr sz="975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논의</a:t>
            </a:r>
          </a:p>
          <a:p>
            <a:pPr marL="0" indent="0">
              <a:lnSpc>
                <a:spcPct val="150000"/>
              </a:lnSpc>
              <a:buNone/>
            </a:pPr>
            <a:r>
              <a:rPr sz="975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동네알바 당근 등 채널 LR 이상 활용하도록 교육</a:t>
            </a:r>
          </a:p>
          <a:p>
            <a:pPr marL="0" indent="0">
              <a:lnSpc>
                <a:spcPct val="150000"/>
              </a:lnSpc>
              <a:buNone/>
            </a:pPr>
            <a:endParaRPr sz="975" b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46F9A584-3E55-40F5-849C-930BCF0AA7E9}"/>
              </a:ext>
            </a:extLst>
          </p:cNvPr>
          <p:cNvSpPr>
            <a:spLocks noGrp="1"/>
          </p:cNvSpPr>
          <p:nvPr/>
        </p:nvSpPr>
        <p:spPr>
          <a:xfrm>
            <a:off x="8549640" y="5416296"/>
            <a:ext cx="3230575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RESULT</a:t>
            </a:r>
            <a:endParaRPr sz="90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36AC2AF8-A9A0-46BC-A6E3-21BF937545ED}"/>
              </a:ext>
            </a:extLst>
          </p:cNvPr>
          <p:cNvSpPr>
            <a:spLocks noGrp="1"/>
          </p:cNvSpPr>
          <p:nvPr/>
        </p:nvSpPr>
        <p:spPr>
          <a:xfrm>
            <a:off x="8549640" y="5617464"/>
            <a:ext cx="3230575" cy="4907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8월 목표:  팀부킹 100 </a:t>
            </a:r>
            <a:r>
              <a:rPr sz="110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목표로 부킹넘버 확보</a:t>
            </a:r>
            <a:endParaRPr sz="1100" b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814019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A5395C-D335-4286-A61A-75CB7B15A688}"/>
              </a:ext>
            </a:extLst>
          </p:cNvPr>
          <p:cNvSpPr>
            <a:spLocks noGrp="1"/>
          </p:cNvSpPr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성과 리뷰</a:t>
            </a:r>
            <a:endParaRPr sz="1200"/>
          </a:p>
        </p:txBody>
      </p:sp>
      <p:pic>
        <p:nvPicPr>
          <p:cNvPr id="99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5DECACF3-4B40-4D6E-8DB3-0A78C40C9A8D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sz="28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Win &amp; How</a:t>
            </a:r>
            <a:endParaRPr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6791C0-1592-4EF8-B522-7CF10A13A2BD}"/>
              </a:ext>
            </a:extLst>
          </p:cNvPr>
          <p:cNvSpPr>
            <a:spLocks noGrp="1"/>
          </p:cNvSpPr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7월 데이터에서 확인된 핵심 성과 (1/2)</a:t>
            </a:r>
          </a:p>
        </p:txBody>
      </p:sp>
      <p:sp>
        <p:nvSpPr>
          <p:cNvPr id="400" name="C400">
            <a:extLst>
              <a:ext uri="{FF2B5EF4-FFF2-40B4-BE49-F238E27FC236}">
                <a16:creationId xmlns:a16="http://schemas.microsoft.com/office/drawing/2014/main" id="{F0DC208C-0FDE-4EBF-A0C9-7826FEA03199}"/>
              </a:ext>
            </a:extLst>
          </p:cNvPr>
          <p:cNvSpPr>
            <a:spLocks noGrp="1"/>
          </p:cNvSpPr>
          <p:nvPr/>
        </p:nvSpPr>
        <p:spPr>
          <a:xfrm>
            <a:off x="457200" y="2620000"/>
            <a:ext cx="26394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1" name="B401">
            <a:extLst>
              <a:ext uri="{FF2B5EF4-FFF2-40B4-BE49-F238E27FC236}">
                <a16:creationId xmlns:a16="http://schemas.microsoft.com/office/drawing/2014/main" id="{CE3A99B7-092E-4A26-9D6A-B982769C2391}"/>
              </a:ext>
            </a:extLst>
          </p:cNvPr>
          <p:cNvSpPr>
            <a:spLocks noGrp="1"/>
          </p:cNvSpPr>
          <p:nvPr/>
        </p:nvSpPr>
        <p:spPr>
          <a:xfrm>
            <a:off x="657200" y="2820000"/>
            <a:ext cx="440000" cy="300000"/>
          </a:xfrm>
          <a:prstGeom prst="roundRect">
            <a:avLst>
              <a:gd name="adj" fmla="val 28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02" name="T402">
            <a:extLst>
              <a:ext uri="{FF2B5EF4-FFF2-40B4-BE49-F238E27FC236}">
                <a16:creationId xmlns:a16="http://schemas.microsoft.com/office/drawing/2014/main" id="{7F07A60D-BFCE-404E-8ADD-7398F1CB1816}"/>
              </a:ext>
            </a:extLst>
          </p:cNvPr>
          <p:cNvSpPr>
            <a:spLocks noGrp="1"/>
          </p:cNvSpPr>
          <p:nvPr/>
        </p:nvSpPr>
        <p:spPr>
          <a:xfrm>
            <a:off x="657200" y="3240000"/>
            <a:ext cx="2239400" cy="6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sz="16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월간 260pcs</a:t>
            </a:r>
          </a:p>
        </p:txBody>
      </p:sp>
      <p:sp>
        <p:nvSpPr>
          <p:cNvPr id="403" name="T403">
            <a:extLst>
              <a:ext uri="{FF2B5EF4-FFF2-40B4-BE49-F238E27FC236}">
                <a16:creationId xmlns:a16="http://schemas.microsoft.com/office/drawing/2014/main" id="{84268CC7-54A6-44BB-964C-5A9D7577CFEF}"/>
              </a:ext>
            </a:extLst>
          </p:cNvPr>
          <p:cNvSpPr>
            <a:spLocks noGrp="1"/>
          </p:cNvSpPr>
          <p:nvPr/>
        </p:nvSpPr>
        <p:spPr>
          <a:xfrm>
            <a:off x="657200" y="3940000"/>
            <a:ext cx="22394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WIN</a:t>
            </a:r>
          </a:p>
        </p:txBody>
      </p:sp>
      <p:sp>
        <p:nvSpPr>
          <p:cNvPr id="404" name="T404">
            <a:extLst>
              <a:ext uri="{FF2B5EF4-FFF2-40B4-BE49-F238E27FC236}">
                <a16:creationId xmlns:a16="http://schemas.microsoft.com/office/drawing/2014/main" id="{E6D0CA71-EA64-4014-B8DD-B207254308DD}"/>
              </a:ext>
            </a:extLst>
          </p:cNvPr>
          <p:cNvSpPr>
            <a:spLocks noGrp="1"/>
          </p:cNvSpPr>
          <p:nvPr/>
        </p:nvSpPr>
        <p:spPr>
          <a:xfrm>
            <a:off x="657200" y="4180000"/>
            <a:ext cx="223940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105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W2 32pcs 저점 이후 44 → 54 → 58 회복</a:t>
            </a:r>
          </a:p>
        </p:txBody>
      </p:sp>
      <p:sp>
        <p:nvSpPr>
          <p:cNvPr id="405" name="T405">
            <a:extLst>
              <a:ext uri="{FF2B5EF4-FFF2-40B4-BE49-F238E27FC236}">
                <a16:creationId xmlns:a16="http://schemas.microsoft.com/office/drawing/2014/main" id="{F7F67E1B-8831-424B-BC72-C682D4BAA919}"/>
              </a:ext>
            </a:extLst>
          </p:cNvPr>
          <p:cNvSpPr>
            <a:spLocks noGrp="1"/>
          </p:cNvSpPr>
          <p:nvPr/>
        </p:nvSpPr>
        <p:spPr>
          <a:xfrm>
            <a:off x="657200" y="4780000"/>
            <a:ext cx="22394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406" name="T406">
            <a:extLst>
              <a:ext uri="{FF2B5EF4-FFF2-40B4-BE49-F238E27FC236}">
                <a16:creationId xmlns:a16="http://schemas.microsoft.com/office/drawing/2014/main" id="{21FBA91E-B658-4425-9908-70BBA266DC03}"/>
              </a:ext>
            </a:extLst>
          </p:cNvPr>
          <p:cNvSpPr>
            <a:spLocks noGrp="1"/>
          </p:cNvSpPr>
          <p:nvPr/>
        </p:nvSpPr>
        <p:spPr>
          <a:xfrm>
            <a:off x="657200" y="5020000"/>
            <a:ext cx="223940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10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고윤경 TL 프로모션 + 트립활용</a:t>
            </a:r>
            <a:endParaRPr sz="1050" b="0">
              <a:solidFill>
                <a:srgbClr val="66708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07" name="C407">
            <a:extLst>
              <a:ext uri="{FF2B5EF4-FFF2-40B4-BE49-F238E27FC236}">
                <a16:creationId xmlns:a16="http://schemas.microsoft.com/office/drawing/2014/main" id="{79B43D85-D511-4678-92E3-191E1585FDFD}"/>
              </a:ext>
            </a:extLst>
          </p:cNvPr>
          <p:cNvSpPr>
            <a:spLocks noGrp="1"/>
          </p:cNvSpPr>
          <p:nvPr/>
        </p:nvSpPr>
        <p:spPr>
          <a:xfrm>
            <a:off x="3336600" y="2620000"/>
            <a:ext cx="26394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8" name="B408">
            <a:extLst>
              <a:ext uri="{FF2B5EF4-FFF2-40B4-BE49-F238E27FC236}">
                <a16:creationId xmlns:a16="http://schemas.microsoft.com/office/drawing/2014/main" id="{BEF54794-BBB9-4224-BA23-FA73E095E457}"/>
              </a:ext>
            </a:extLst>
          </p:cNvPr>
          <p:cNvSpPr>
            <a:spLocks noGrp="1"/>
          </p:cNvSpPr>
          <p:nvPr/>
        </p:nvSpPr>
        <p:spPr>
          <a:xfrm>
            <a:off x="3536600" y="2820000"/>
            <a:ext cx="440000" cy="300000"/>
          </a:xfrm>
          <a:prstGeom prst="roundRect">
            <a:avLst>
              <a:gd name="adj" fmla="val 28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09" name="T409">
            <a:extLst>
              <a:ext uri="{FF2B5EF4-FFF2-40B4-BE49-F238E27FC236}">
                <a16:creationId xmlns:a16="http://schemas.microsoft.com/office/drawing/2014/main" id="{622E010D-0B08-4EAB-B4DC-9572EFF74DAF}"/>
              </a:ext>
            </a:extLst>
          </p:cNvPr>
          <p:cNvSpPr>
            <a:spLocks noGrp="1"/>
          </p:cNvSpPr>
          <p:nvPr/>
        </p:nvSpPr>
        <p:spPr>
          <a:xfrm>
            <a:off x="3536600" y="3240000"/>
            <a:ext cx="2239400" cy="6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sz="16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인컴증대</a:t>
            </a:r>
          </a:p>
        </p:txBody>
      </p:sp>
      <p:sp>
        <p:nvSpPr>
          <p:cNvPr id="410" name="T410">
            <a:extLst>
              <a:ext uri="{FF2B5EF4-FFF2-40B4-BE49-F238E27FC236}">
                <a16:creationId xmlns:a16="http://schemas.microsoft.com/office/drawing/2014/main" id="{4A9B03AF-1E35-4735-839C-AA9AF54C1C1C}"/>
              </a:ext>
            </a:extLst>
          </p:cNvPr>
          <p:cNvSpPr>
            <a:spLocks noGrp="1"/>
          </p:cNvSpPr>
          <p:nvPr/>
        </p:nvSpPr>
        <p:spPr>
          <a:xfrm>
            <a:off x="3536600" y="3940000"/>
            <a:ext cx="22394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 b="1">
                <a:solidFill>
                  <a:srgbClr val="3B82F6"/>
                </a:solidFill>
                <a:latin typeface="Pretendard"/>
                <a:ea typeface="Pretendard"/>
                <a:cs typeface="Pretendard"/>
              </a:rPr>
              <a:t>WIN</a:t>
            </a:r>
          </a:p>
        </p:txBody>
      </p:sp>
      <p:sp>
        <p:nvSpPr>
          <p:cNvPr id="411" name="T411">
            <a:extLst>
              <a:ext uri="{FF2B5EF4-FFF2-40B4-BE49-F238E27FC236}">
                <a16:creationId xmlns:a16="http://schemas.microsoft.com/office/drawing/2014/main" id="{B4E8C5A8-CB2C-4034-B6C0-36E99A826F18}"/>
              </a:ext>
            </a:extLst>
          </p:cNvPr>
          <p:cNvSpPr>
            <a:spLocks noGrp="1"/>
          </p:cNvSpPr>
          <p:nvPr/>
        </p:nvSpPr>
        <p:spPr>
          <a:xfrm>
            <a:off x="3536600" y="4180000"/>
            <a:ext cx="223940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105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권영웅 41 · 손예진 41 · 고윤경 37</a:t>
            </a:r>
          </a:p>
        </p:txBody>
      </p:sp>
      <p:sp>
        <p:nvSpPr>
          <p:cNvPr id="412" name="T412">
            <a:extLst>
              <a:ext uri="{FF2B5EF4-FFF2-40B4-BE49-F238E27FC236}">
                <a16:creationId xmlns:a16="http://schemas.microsoft.com/office/drawing/2014/main" id="{83D135CB-07AF-4852-B93D-D54B8C0866A3}"/>
              </a:ext>
            </a:extLst>
          </p:cNvPr>
          <p:cNvSpPr>
            <a:spLocks noGrp="1"/>
          </p:cNvSpPr>
          <p:nvPr/>
        </p:nvSpPr>
        <p:spPr>
          <a:xfrm>
            <a:off x="3536600" y="4780000"/>
            <a:ext cx="22394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 b="1">
                <a:solidFill>
                  <a:srgbClr val="3B82F6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413" name="T413">
            <a:extLst>
              <a:ext uri="{FF2B5EF4-FFF2-40B4-BE49-F238E27FC236}">
                <a16:creationId xmlns:a16="http://schemas.microsoft.com/office/drawing/2014/main" id="{0CEF62A5-7455-47D9-BA70-65C4CCB3CDA7}"/>
              </a:ext>
            </a:extLst>
          </p:cNvPr>
          <p:cNvSpPr>
            <a:spLocks noGrp="1"/>
          </p:cNvSpPr>
          <p:nvPr/>
        </p:nvSpPr>
        <p:spPr>
          <a:xfrm>
            <a:off x="3536600" y="5020000"/>
            <a:ext cx="223940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105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상위 3명 평균인컴 </a:t>
            </a:r>
            <a:r>
              <a:rPr b="0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3,600,000</a:t>
            </a:r>
            <a:endParaRPr sz="1050" b="0">
              <a:solidFill>
                <a:srgbClr val="FF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4" name="C414">
            <a:extLst>
              <a:ext uri="{FF2B5EF4-FFF2-40B4-BE49-F238E27FC236}">
                <a16:creationId xmlns:a16="http://schemas.microsoft.com/office/drawing/2014/main" id="{F42094B2-E564-44C2-AF90-D06C317428F2}"/>
              </a:ext>
            </a:extLst>
          </p:cNvPr>
          <p:cNvSpPr>
            <a:spLocks noGrp="1"/>
          </p:cNvSpPr>
          <p:nvPr/>
        </p:nvSpPr>
        <p:spPr>
          <a:xfrm>
            <a:off x="6216000" y="2620000"/>
            <a:ext cx="26394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5" name="B415">
            <a:extLst>
              <a:ext uri="{FF2B5EF4-FFF2-40B4-BE49-F238E27FC236}">
                <a16:creationId xmlns:a16="http://schemas.microsoft.com/office/drawing/2014/main" id="{3BC430DC-BFEF-4491-BE40-60E88899B695}"/>
              </a:ext>
            </a:extLst>
          </p:cNvPr>
          <p:cNvSpPr>
            <a:spLocks noGrp="1"/>
          </p:cNvSpPr>
          <p:nvPr/>
        </p:nvSpPr>
        <p:spPr>
          <a:xfrm>
            <a:off x="6416000" y="2820000"/>
            <a:ext cx="440000" cy="300000"/>
          </a:xfrm>
          <a:prstGeom prst="roundRect">
            <a:avLst>
              <a:gd name="adj" fmla="val 28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16" name="T416">
            <a:extLst>
              <a:ext uri="{FF2B5EF4-FFF2-40B4-BE49-F238E27FC236}">
                <a16:creationId xmlns:a16="http://schemas.microsoft.com/office/drawing/2014/main" id="{4D970F20-F5A8-4FED-A12E-7153E28058F4}"/>
              </a:ext>
            </a:extLst>
          </p:cNvPr>
          <p:cNvSpPr>
            <a:spLocks noGrp="1"/>
          </p:cNvSpPr>
          <p:nvPr/>
        </p:nvSpPr>
        <p:spPr>
          <a:xfrm>
            <a:off x="6416000" y="3240000"/>
            <a:ext cx="2239400" cy="6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sz="16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WeFair Test</a:t>
            </a:r>
          </a:p>
        </p:txBody>
      </p:sp>
      <p:sp>
        <p:nvSpPr>
          <p:cNvPr id="417" name="T417">
            <a:extLst>
              <a:ext uri="{FF2B5EF4-FFF2-40B4-BE49-F238E27FC236}">
                <a16:creationId xmlns:a16="http://schemas.microsoft.com/office/drawing/2014/main" id="{DAC3CD55-D03D-4186-8803-749E2E05AC2D}"/>
              </a:ext>
            </a:extLst>
          </p:cNvPr>
          <p:cNvSpPr>
            <a:spLocks noGrp="1"/>
          </p:cNvSpPr>
          <p:nvPr/>
        </p:nvSpPr>
        <p:spPr>
          <a:xfrm>
            <a:off x="6416000" y="3940000"/>
            <a:ext cx="22394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 b="1">
                <a:solidFill>
                  <a:srgbClr val="EA5EC1"/>
                </a:solidFill>
                <a:latin typeface="Pretendard"/>
                <a:ea typeface="Pretendard"/>
                <a:cs typeface="Pretendard"/>
              </a:rPr>
              <a:t>WIN</a:t>
            </a:r>
          </a:p>
        </p:txBody>
      </p:sp>
      <p:sp>
        <p:nvSpPr>
          <p:cNvPr id="418" name="T418">
            <a:extLst>
              <a:ext uri="{FF2B5EF4-FFF2-40B4-BE49-F238E27FC236}">
                <a16:creationId xmlns:a16="http://schemas.microsoft.com/office/drawing/2014/main" id="{3B9A8E45-2C28-4E2C-BE20-A0202FC0B23B}"/>
              </a:ext>
            </a:extLst>
          </p:cNvPr>
          <p:cNvSpPr>
            <a:spLocks noGrp="1"/>
          </p:cNvSpPr>
          <p:nvPr/>
        </p:nvSpPr>
        <p:spPr>
          <a:xfrm>
            <a:off x="6416000" y="4180000"/>
            <a:ext cx="223940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105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테스트 결과 만족도 up </a:t>
            </a:r>
            <a:r>
              <a:rPr sz="10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론칭예정</a:t>
            </a:r>
            <a:endParaRPr sz="1050" b="0">
              <a:solidFill>
                <a:srgbClr val="66708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9" name="T419">
            <a:extLst>
              <a:ext uri="{FF2B5EF4-FFF2-40B4-BE49-F238E27FC236}">
                <a16:creationId xmlns:a16="http://schemas.microsoft.com/office/drawing/2014/main" id="{DB229F9E-30D8-4262-A520-E78EE6A5A09F}"/>
              </a:ext>
            </a:extLst>
          </p:cNvPr>
          <p:cNvSpPr>
            <a:spLocks noGrp="1"/>
          </p:cNvSpPr>
          <p:nvPr/>
        </p:nvSpPr>
        <p:spPr>
          <a:xfrm>
            <a:off x="6416000" y="4780000"/>
            <a:ext cx="22394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 b="1">
                <a:solidFill>
                  <a:srgbClr val="EA5EC1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420" name="T420">
            <a:extLst>
              <a:ext uri="{FF2B5EF4-FFF2-40B4-BE49-F238E27FC236}">
                <a16:creationId xmlns:a16="http://schemas.microsoft.com/office/drawing/2014/main" id="{5DB81AB1-5EF2-4E81-A6ED-A261AD43E349}"/>
              </a:ext>
            </a:extLst>
          </p:cNvPr>
          <p:cNvSpPr>
            <a:spLocks noGrp="1"/>
          </p:cNvSpPr>
          <p:nvPr/>
        </p:nvSpPr>
        <p:spPr>
          <a:xfrm>
            <a:off x="6416000" y="5020000"/>
            <a:ext cx="223940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1050" dirty="0" err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예승리</a:t>
            </a:r>
            <a:r>
              <a:rPr sz="1050" dirty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FF0000"/>
                </a:solidFill>
                <a:latin typeface="Pretendard"/>
              </a:rPr>
              <a:t>커머셜</a:t>
            </a:r>
            <a:r>
              <a:rPr sz="1200" b="1" dirty="0">
                <a:solidFill>
                  <a:srgbClr val="FF0000"/>
                </a:solidFill>
                <a:latin typeface="Pretendard"/>
              </a:rPr>
              <a:t> </a:t>
            </a:r>
            <a:r>
              <a:rPr sz="1200" b="1" dirty="0" err="1">
                <a:solidFill>
                  <a:srgbClr val="FF0000"/>
                </a:solidFill>
                <a:latin typeface="Pretendard"/>
              </a:rPr>
              <a:t>테스트</a:t>
            </a:r>
            <a:r>
              <a:rPr sz="1200" b="1" dirty="0">
                <a:solidFill>
                  <a:srgbClr val="FF0000"/>
                </a:solidFill>
                <a:latin typeface="Pretendard"/>
              </a:rPr>
              <a:t> </a:t>
            </a:r>
            <a:r>
              <a:rPr sz="1200" b="1" dirty="0" err="1">
                <a:solidFill>
                  <a:srgbClr val="FF0000"/>
                </a:solidFill>
                <a:latin typeface="Pretendard"/>
              </a:rPr>
              <a:t>경험</a:t>
            </a:r>
            <a:r>
              <a:rPr sz="1050" b="1" dirty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dirty="0" err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공유</a:t>
            </a:r>
            <a:endParaRPr sz="1050" dirty="0">
              <a:solidFill>
                <a:srgbClr val="667085"/>
              </a:solidFill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sz="1050" b="0" dirty="0" err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본사분들</a:t>
            </a:r>
            <a:r>
              <a:rPr sz="1050" b="0" dirty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FF0000"/>
                </a:solidFill>
                <a:latin typeface="Pretendard"/>
              </a:rPr>
              <a:t>발</a:t>
            </a:r>
            <a:r>
              <a:rPr sz="1200" b="1" dirty="0">
                <a:solidFill>
                  <a:srgbClr val="FF0000"/>
                </a:solidFill>
                <a:latin typeface="Pretendard"/>
              </a:rPr>
              <a:t> </a:t>
            </a:r>
            <a:r>
              <a:rPr sz="1200" b="1" dirty="0" err="1">
                <a:solidFill>
                  <a:srgbClr val="FF0000"/>
                </a:solidFill>
                <a:latin typeface="Pretendard"/>
              </a:rPr>
              <a:t>빠른</a:t>
            </a:r>
            <a:r>
              <a:rPr sz="1200" b="1" dirty="0">
                <a:solidFill>
                  <a:srgbClr val="FF0000"/>
                </a:solidFill>
                <a:latin typeface="Pretendard"/>
              </a:rPr>
              <a:t> </a:t>
            </a:r>
            <a:r>
              <a:rPr sz="1200" b="1" dirty="0" err="1">
                <a:solidFill>
                  <a:srgbClr val="FF0000"/>
                </a:solidFill>
                <a:latin typeface="Pretendard"/>
              </a:rPr>
              <a:t>대처</a:t>
            </a:r>
            <a:r>
              <a:rPr sz="1050" b="0" dirty="0" err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와</a:t>
            </a:r>
            <a:r>
              <a:rPr sz="1050" b="0" dirty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서포팅</a:t>
            </a:r>
            <a:endParaRPr sz="1050" b="0" dirty="0">
              <a:solidFill>
                <a:srgbClr val="667085"/>
              </a:solidFill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sz="1050" dirty="0" err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채영리와의</a:t>
            </a:r>
            <a:r>
              <a:rPr sz="1050" dirty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브레인스토밍</a:t>
            </a:r>
            <a:r>
              <a:rPr sz="1050" dirty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 + </a:t>
            </a:r>
            <a:r>
              <a:rPr sz="1050" dirty="0" err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앱활용</a:t>
            </a:r>
            <a:endParaRPr sz="1050" dirty="0">
              <a:solidFill>
                <a:srgbClr val="66708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21" name="C421">
            <a:extLst>
              <a:ext uri="{FF2B5EF4-FFF2-40B4-BE49-F238E27FC236}">
                <a16:creationId xmlns:a16="http://schemas.microsoft.com/office/drawing/2014/main" id="{23057612-1AEA-49A7-A2E5-D0C25EEC5E71}"/>
              </a:ext>
            </a:extLst>
          </p:cNvPr>
          <p:cNvSpPr>
            <a:spLocks noGrp="1"/>
          </p:cNvSpPr>
          <p:nvPr/>
        </p:nvSpPr>
        <p:spPr>
          <a:xfrm>
            <a:off x="9095400" y="2620000"/>
            <a:ext cx="26394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2" name="B422">
            <a:extLst>
              <a:ext uri="{FF2B5EF4-FFF2-40B4-BE49-F238E27FC236}">
                <a16:creationId xmlns:a16="http://schemas.microsoft.com/office/drawing/2014/main" id="{0F7C1A61-274E-4F87-85B8-7EF5E788E429}"/>
              </a:ext>
            </a:extLst>
          </p:cNvPr>
          <p:cNvSpPr>
            <a:spLocks noGrp="1"/>
          </p:cNvSpPr>
          <p:nvPr/>
        </p:nvSpPr>
        <p:spPr>
          <a:xfrm>
            <a:off x="9295400" y="2820000"/>
            <a:ext cx="440000" cy="300000"/>
          </a:xfrm>
          <a:prstGeom prst="roundRect">
            <a:avLst>
              <a:gd name="adj" fmla="val 2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23" name="T423">
            <a:extLst>
              <a:ext uri="{FF2B5EF4-FFF2-40B4-BE49-F238E27FC236}">
                <a16:creationId xmlns:a16="http://schemas.microsoft.com/office/drawing/2014/main" id="{2D52D18A-21D5-4255-B302-50B695831A2F}"/>
              </a:ext>
            </a:extLst>
          </p:cNvPr>
          <p:cNvSpPr>
            <a:spLocks noGrp="1"/>
          </p:cNvSpPr>
          <p:nvPr/>
        </p:nvSpPr>
        <p:spPr>
          <a:xfrm>
            <a:off x="9295400" y="3240000"/>
            <a:ext cx="2239400" cy="6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sz="16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Promotion Goal</a:t>
            </a:r>
          </a:p>
        </p:txBody>
      </p:sp>
      <p:sp>
        <p:nvSpPr>
          <p:cNvPr id="424" name="T424">
            <a:extLst>
              <a:ext uri="{FF2B5EF4-FFF2-40B4-BE49-F238E27FC236}">
                <a16:creationId xmlns:a16="http://schemas.microsoft.com/office/drawing/2014/main" id="{446012AC-2C00-4BDF-BDA7-D3DEC8A381D1}"/>
              </a:ext>
            </a:extLst>
          </p:cNvPr>
          <p:cNvSpPr>
            <a:spLocks noGrp="1"/>
          </p:cNvSpPr>
          <p:nvPr/>
        </p:nvSpPr>
        <p:spPr>
          <a:xfrm>
            <a:off x="9295400" y="3940000"/>
            <a:ext cx="22394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 b="1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WIN</a:t>
            </a:r>
          </a:p>
        </p:txBody>
      </p:sp>
      <p:sp>
        <p:nvSpPr>
          <p:cNvPr id="425" name="T425">
            <a:extLst>
              <a:ext uri="{FF2B5EF4-FFF2-40B4-BE49-F238E27FC236}">
                <a16:creationId xmlns:a16="http://schemas.microsoft.com/office/drawing/2014/main" id="{548E32A0-625C-402F-99F2-49561A8FA7E6}"/>
              </a:ext>
            </a:extLst>
          </p:cNvPr>
          <p:cNvSpPr>
            <a:spLocks noGrp="1"/>
          </p:cNvSpPr>
          <p:nvPr/>
        </p:nvSpPr>
        <p:spPr>
          <a:xfrm>
            <a:off x="9295400" y="4180000"/>
            <a:ext cx="223940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105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Fuse </a:t>
            </a:r>
            <a:r>
              <a:rPr sz="10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팀의 프로모션 과정에서 </a:t>
            </a: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sz="10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권영웅 팀 빌더로 성장-</a:t>
            </a: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sz="105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민병준 LR 프로모션</a:t>
            </a:r>
          </a:p>
        </p:txBody>
      </p:sp>
      <p:sp>
        <p:nvSpPr>
          <p:cNvPr id="426" name="T426">
            <a:extLst>
              <a:ext uri="{FF2B5EF4-FFF2-40B4-BE49-F238E27FC236}">
                <a16:creationId xmlns:a16="http://schemas.microsoft.com/office/drawing/2014/main" id="{D6C798B9-3BAE-4001-88F7-B31AB776B591}"/>
              </a:ext>
            </a:extLst>
          </p:cNvPr>
          <p:cNvSpPr>
            <a:spLocks noGrp="1"/>
          </p:cNvSpPr>
          <p:nvPr/>
        </p:nvSpPr>
        <p:spPr>
          <a:xfrm>
            <a:off x="9295400" y="4780000"/>
            <a:ext cx="22394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00" b="1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427" name="T427">
            <a:extLst>
              <a:ext uri="{FF2B5EF4-FFF2-40B4-BE49-F238E27FC236}">
                <a16:creationId xmlns:a16="http://schemas.microsoft.com/office/drawing/2014/main" id="{D2FA99A0-C8CE-4F04-8D99-FD8A854817ED}"/>
              </a:ext>
            </a:extLst>
          </p:cNvPr>
          <p:cNvSpPr>
            <a:spLocks noGrp="1"/>
          </p:cNvSpPr>
          <p:nvPr/>
        </p:nvSpPr>
        <p:spPr>
          <a:xfrm>
            <a:off x="9295400" y="5020000"/>
            <a:ext cx="223940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105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리더십 미팅 셀링 + 팀의 성장을 계속 이야기해주고 각 오너스토리 공유</a:t>
            </a:r>
          </a:p>
          <a:p>
            <a:pPr marL="0" indent="0">
              <a:lnSpc>
                <a:spcPct val="110000"/>
              </a:lnSpc>
              <a:buNone/>
            </a:pPr>
            <a:r>
              <a:rPr sz="1050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팀 앱내 프로모션 저니 활용</a:t>
            </a:r>
          </a:p>
        </p:txBody>
      </p:sp>
      <p:sp>
        <p:nvSpPr>
          <p:cNvPr id="990" name="Text 1">
            <a:extLst>
              <a:ext uri="{FF2B5EF4-FFF2-40B4-BE49-F238E27FC236}">
                <a16:creationId xmlns:a16="http://schemas.microsoft.com/office/drawing/2014/main" id="{92FA3CDB-7D90-45C2-9887-7B787B23DEA0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9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16648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906EAF-CEE9-4358-A8B9-B63C9AA3D2A6}"/>
              </a:ext>
            </a:extLst>
          </p:cNvPr>
          <p:cNvSpPr>
            <a:spLocks noGrp="1"/>
          </p:cNvSpPr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인컴표</a:t>
            </a:r>
            <a:endParaRPr sz="1200"/>
          </a:p>
        </p:txBody>
      </p:sp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960BFB1-F9C3-43A7-8F6C-65CBFD3C575D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11</a:t>
            </a:r>
            <a:endParaRPr sz="1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F1DD42C-3717-4506-9A43-2FD55B205630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sz="28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Income Payout · 인컴표</a:t>
            </a:r>
            <a:endParaRPr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762ED05-7E2C-4DA0-ABBC-65E1B280E58D}"/>
              </a:ext>
            </a:extLst>
          </p:cNvPr>
          <p:cNvSpPr>
            <a:spLocks noGrp="1"/>
          </p:cNvSpPr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위크엔딩 6/28–7/26 · 지급 기준 7/03–7/31</a:t>
            </a:r>
            <a:endParaRPr sz="16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A626D51-4D19-4337-B83B-F5D6C9B17764}"/>
              </a:ext>
            </a:extLst>
          </p:cNvPr>
          <p:cNvSpPr>
            <a:spLocks noGrp="1"/>
          </p:cNvSpPr>
          <p:nvPr/>
        </p:nvSpPr>
        <p:spPr>
          <a:xfrm>
            <a:off x="457200" y="2276856"/>
            <a:ext cx="6858000" cy="3986784"/>
          </a:xfrm>
          <a:prstGeom prst="roundRect">
            <a:avLst>
              <a:gd name="adj" fmla="val 25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CBE6D80-F0D1-404B-9370-BC435385564B}"/>
              </a:ext>
            </a:extLst>
          </p:cNvPr>
          <p:cNvSpPr>
            <a:spLocks noGrp="1"/>
          </p:cNvSpPr>
          <p:nvPr/>
        </p:nvSpPr>
        <p:spPr>
          <a:xfrm>
            <a:off x="640080" y="2414016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팀원별 월간 실인컴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5B2B703-5B95-4D8A-9FF7-686D3137DC7A}"/>
              </a:ext>
            </a:extLst>
          </p:cNvPr>
          <p:cNvSpPr>
            <a:spLocks noGrp="1"/>
          </p:cNvSpPr>
          <p:nvPr/>
        </p:nvSpPr>
        <p:spPr>
          <a:xfrm>
            <a:off x="6655918" y="543023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endParaRPr sz="8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56B2730-7FF8-424D-A25B-4D5CFF658C71}"/>
              </a:ext>
            </a:extLst>
          </p:cNvPr>
          <p:cNvSpPr>
            <a:spLocks noGrp="1"/>
          </p:cNvSpPr>
          <p:nvPr/>
        </p:nvSpPr>
        <p:spPr>
          <a:xfrm>
            <a:off x="6263398" y="5018697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endParaRPr sz="8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CDF43AE-47B5-4DCD-8B07-2D69BE563A1B}"/>
              </a:ext>
            </a:extLst>
          </p:cNvPr>
          <p:cNvSpPr>
            <a:spLocks noGrp="1"/>
          </p:cNvSpPr>
          <p:nvPr/>
        </p:nvSpPr>
        <p:spPr>
          <a:xfrm>
            <a:off x="3319225" y="4607165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endParaRPr sz="8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20EC4A7-961A-4E3B-9FE3-BFA0E0AF8F1D}"/>
              </a:ext>
            </a:extLst>
          </p:cNvPr>
          <p:cNvSpPr>
            <a:spLocks noGrp="1"/>
          </p:cNvSpPr>
          <p:nvPr/>
        </p:nvSpPr>
        <p:spPr>
          <a:xfrm>
            <a:off x="1846425" y="4195633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endParaRPr sz="8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22D3966-4BAA-437E-B8BF-F2D5F3132019}"/>
              </a:ext>
            </a:extLst>
          </p:cNvPr>
          <p:cNvSpPr>
            <a:spLocks noGrp="1"/>
          </p:cNvSpPr>
          <p:nvPr/>
        </p:nvSpPr>
        <p:spPr>
          <a:xfrm>
            <a:off x="6621015" y="3784101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endParaRPr sz="8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9146F5C5-937C-4B96-AE77-80C7B9AA5B33}"/>
              </a:ext>
            </a:extLst>
          </p:cNvPr>
          <p:cNvSpPr>
            <a:spLocks noGrp="1"/>
          </p:cNvSpPr>
          <p:nvPr/>
        </p:nvSpPr>
        <p:spPr>
          <a:xfrm>
            <a:off x="5963251" y="33725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endParaRPr sz="8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9B2BF388-447A-429E-B84F-F81EDC9136D6}"/>
              </a:ext>
            </a:extLst>
          </p:cNvPr>
          <p:cNvSpPr>
            <a:spLocks noGrp="1"/>
          </p:cNvSpPr>
          <p:nvPr/>
        </p:nvSpPr>
        <p:spPr>
          <a:xfrm>
            <a:off x="1562254" y="296103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endParaRPr sz="8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C474E35-EA0A-4886-A484-28C62C639B2F}"/>
              </a:ext>
            </a:extLst>
          </p:cNvPr>
          <p:cNvSpPr>
            <a:spLocks noGrp="1"/>
          </p:cNvSpPr>
          <p:nvPr/>
        </p:nvSpPr>
        <p:spPr>
          <a:xfrm>
            <a:off x="640080" y="6007608"/>
            <a:ext cx="6492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팀 합계 ₩22,394,777 · 10명 전체 반영</a:t>
            </a:r>
            <a:endParaRPr sz="90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19B4B3C5-432C-403D-B079-EA57C88B0D2F}"/>
              </a:ext>
            </a:extLst>
          </p:cNvPr>
          <p:cNvSpPr>
            <a:spLocks noGrp="1"/>
          </p:cNvSpPr>
          <p:nvPr/>
        </p:nvSpPr>
        <p:spPr>
          <a:xfrm>
            <a:off x="7498080" y="2276856"/>
            <a:ext cx="4233672" cy="1191768"/>
          </a:xfrm>
          <a:prstGeom prst="roundRect">
            <a:avLst>
              <a:gd name="adj" fmla="val 92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B0722A0-AD8A-418B-90E6-8AFBDAF3BB3B}"/>
              </a:ext>
            </a:extLst>
          </p:cNvPr>
          <p:cNvSpPr>
            <a:spLocks noGrp="1"/>
          </p:cNvSpPr>
          <p:nvPr/>
        </p:nvSpPr>
        <p:spPr>
          <a:xfrm>
            <a:off x="7680960" y="2414016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4C817129-E131-499B-AC19-06AF6CD1AFDF}"/>
              </a:ext>
            </a:extLst>
          </p:cNvPr>
          <p:cNvSpPr>
            <a:spLocks noGrp="1"/>
          </p:cNvSpPr>
          <p:nvPr/>
        </p:nvSpPr>
        <p:spPr>
          <a:xfrm>
            <a:off x="7680960" y="2414016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1위</a:t>
            </a:r>
            <a:endParaRPr sz="10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195D0066-DE7A-4761-9A5A-5B38DC7C01A0}"/>
              </a:ext>
            </a:extLst>
          </p:cNvPr>
          <p:cNvSpPr>
            <a:spLocks noGrp="1"/>
          </p:cNvSpPr>
          <p:nvPr/>
        </p:nvSpPr>
        <p:spPr>
          <a:xfrm>
            <a:off x="8275320" y="2395728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3333"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권영웅 LR</a:t>
            </a:r>
            <a:endParaRPr sz="120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906FD7C2-FF0A-45EF-89C2-6F86BD6F8E94}"/>
              </a:ext>
            </a:extLst>
          </p:cNvPr>
          <p:cNvSpPr>
            <a:spLocks noGrp="1"/>
          </p:cNvSpPr>
          <p:nvPr/>
        </p:nvSpPr>
        <p:spPr>
          <a:xfrm>
            <a:off x="7680960" y="2679192"/>
            <a:ext cx="3959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2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₩4,604,150</a:t>
            </a:r>
            <a:endParaRPr sz="26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19AE9B3D-F0BF-49CE-8350-FCF0928F5FBC}"/>
              </a:ext>
            </a:extLst>
          </p:cNvPr>
          <p:cNvSpPr>
            <a:spLocks noGrp="1"/>
          </p:cNvSpPr>
          <p:nvPr/>
        </p:nvSpPr>
        <p:spPr>
          <a:xfrm>
            <a:off x="7680960" y="3185160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41 Sales · AVG 1.46</a:t>
            </a:r>
            <a:endParaRPr sz="110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B93EEA1E-FA8A-40E6-AAE8-69CF5E493FEF}"/>
              </a:ext>
            </a:extLst>
          </p:cNvPr>
          <p:cNvSpPr>
            <a:spLocks noGrp="1"/>
          </p:cNvSpPr>
          <p:nvPr/>
        </p:nvSpPr>
        <p:spPr>
          <a:xfrm>
            <a:off x="7498080" y="3651504"/>
            <a:ext cx="4233672" cy="1191768"/>
          </a:xfrm>
          <a:prstGeom prst="roundRect">
            <a:avLst>
              <a:gd name="adj" fmla="val 92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28C6EFF2-1EEF-4DA9-8A8E-A674F2DD2CAE}"/>
              </a:ext>
            </a:extLst>
          </p:cNvPr>
          <p:cNvSpPr>
            <a:spLocks noGrp="1"/>
          </p:cNvSpPr>
          <p:nvPr/>
        </p:nvSpPr>
        <p:spPr>
          <a:xfrm>
            <a:off x="7680960" y="37886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A619EA04-2652-445C-8EAF-DC7631ED363B}"/>
              </a:ext>
            </a:extLst>
          </p:cNvPr>
          <p:cNvSpPr>
            <a:spLocks noGrp="1"/>
          </p:cNvSpPr>
          <p:nvPr/>
        </p:nvSpPr>
        <p:spPr>
          <a:xfrm>
            <a:off x="7680960" y="37886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2위</a:t>
            </a:r>
            <a:endParaRPr sz="100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3E67224C-E725-4B59-BD2D-31BBC772C9D6}"/>
              </a:ext>
            </a:extLst>
          </p:cNvPr>
          <p:cNvSpPr>
            <a:spLocks noGrp="1"/>
          </p:cNvSpPr>
          <p:nvPr/>
        </p:nvSpPr>
        <p:spPr>
          <a:xfrm>
            <a:off x="8275320" y="3770376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3333"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고윤경 TL</a:t>
            </a:r>
            <a:endParaRPr sz="120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F8439144-73F5-400A-9016-FDFB3D981A84}"/>
              </a:ext>
            </a:extLst>
          </p:cNvPr>
          <p:cNvSpPr>
            <a:spLocks noGrp="1"/>
          </p:cNvSpPr>
          <p:nvPr/>
        </p:nvSpPr>
        <p:spPr>
          <a:xfrm>
            <a:off x="7680960" y="4053840"/>
            <a:ext cx="3959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2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₩3,285,356</a:t>
            </a:r>
            <a:endParaRPr sz="260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00CCEC91-96C7-4BAD-8CB9-94D4F63836BA}"/>
              </a:ext>
            </a:extLst>
          </p:cNvPr>
          <p:cNvSpPr>
            <a:spLocks noGrp="1"/>
          </p:cNvSpPr>
          <p:nvPr/>
        </p:nvSpPr>
        <p:spPr>
          <a:xfrm>
            <a:off x="7680960" y="4559808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37 Sales · AVG 1.61</a:t>
            </a:r>
            <a:endParaRPr sz="110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BC0AB998-3AFE-4459-BB09-4CA7E14E98A4}"/>
              </a:ext>
            </a:extLst>
          </p:cNvPr>
          <p:cNvSpPr>
            <a:spLocks noGrp="1"/>
          </p:cNvSpPr>
          <p:nvPr/>
        </p:nvSpPr>
        <p:spPr>
          <a:xfrm>
            <a:off x="7498080" y="5026152"/>
            <a:ext cx="4233672" cy="1191768"/>
          </a:xfrm>
          <a:prstGeom prst="roundRect">
            <a:avLst>
              <a:gd name="adj" fmla="val 92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44F48EC2-29CD-441F-8DC5-53D867038B0E}"/>
              </a:ext>
            </a:extLst>
          </p:cNvPr>
          <p:cNvSpPr>
            <a:spLocks noGrp="1"/>
          </p:cNvSpPr>
          <p:nvPr/>
        </p:nvSpPr>
        <p:spPr>
          <a:xfrm>
            <a:off x="7680960" y="516331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8514CBB0-4EAC-4910-A368-449DD1DA30EA}"/>
              </a:ext>
            </a:extLst>
          </p:cNvPr>
          <p:cNvSpPr>
            <a:spLocks noGrp="1"/>
          </p:cNvSpPr>
          <p:nvPr/>
        </p:nvSpPr>
        <p:spPr>
          <a:xfrm>
            <a:off x="7680960" y="5163312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3위</a:t>
            </a:r>
            <a:endParaRPr sz="100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4FA1B4FA-9CD4-4A12-928A-A6749807ED83}"/>
              </a:ext>
            </a:extLst>
          </p:cNvPr>
          <p:cNvSpPr>
            <a:spLocks noGrp="1"/>
          </p:cNvSpPr>
          <p:nvPr/>
        </p:nvSpPr>
        <p:spPr>
          <a:xfrm>
            <a:off x="8275320" y="5145024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3333"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김하진 LR</a:t>
            </a:r>
            <a:endParaRPr sz="120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2279CECF-9DCE-4123-B221-7A7A786F6C65}"/>
              </a:ext>
            </a:extLst>
          </p:cNvPr>
          <p:cNvSpPr>
            <a:spLocks noGrp="1"/>
          </p:cNvSpPr>
          <p:nvPr/>
        </p:nvSpPr>
        <p:spPr>
          <a:xfrm>
            <a:off x="7680960" y="5428488"/>
            <a:ext cx="3959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2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₩3,018,200</a:t>
            </a:r>
            <a:endParaRPr sz="260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1DAB0BF4-8B57-484F-8E6B-7885E8AD3EE5}"/>
              </a:ext>
            </a:extLst>
          </p:cNvPr>
          <p:cNvSpPr>
            <a:spLocks noGrp="1"/>
          </p:cNvSpPr>
          <p:nvPr/>
        </p:nvSpPr>
        <p:spPr>
          <a:xfrm>
            <a:off x="7680960" y="5934456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25 Sales · AVG 1.25</a:t>
            </a:r>
            <a:endParaRPr sz="1100"/>
          </a:p>
        </p:txBody>
      </p:sp>
      <p:graphicFrame>
        <p:nvGraphicFramePr>
          <p:cNvPr id="71" name="Chart"/>
          <p:cNvGraphicFramePr/>
          <p:nvPr/>
        </p:nvGraphicFramePr>
        <p:xfrm>
          <a:off x="548640" y="2734056"/>
          <a:ext cx="6675120" cy="3273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69869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9E8D58-736C-4AEF-BF3C-155C9A336C64}"/>
              </a:ext>
            </a:extLst>
          </p:cNvPr>
          <p:cNvSpPr>
            <a:spLocks noGrp="1"/>
          </p:cNvSpPr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8월 Goal &amp; Plan</a:t>
            </a:r>
            <a:endParaRPr sz="1200"/>
          </a:p>
        </p:txBody>
      </p:sp>
      <p:pic>
        <p:nvPicPr>
          <p:cNvPr id="5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3E2B8B5-3332-48FA-BDA0-E8DDCF9ED7EA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12</a:t>
            </a:r>
            <a:endParaRPr sz="1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EFB941A-1751-4206-B1BE-B8B7F50A47F8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sz="28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8월 Goal &amp; Action Plan</a:t>
            </a:r>
            <a:endParaRPr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29FD299-8A20-4233-9902-DDCBE33FA9D6}"/>
              </a:ext>
            </a:extLst>
          </p:cNvPr>
          <p:cNvSpPr>
            <a:spLocks noGrp="1"/>
          </p:cNvSpPr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1350" dirty="0" err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팀</a:t>
            </a:r>
            <a:r>
              <a:rPr sz="1350" dirty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dirty="0" err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목표</a:t>
            </a:r>
            <a:r>
              <a:rPr sz="1350" dirty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350" dirty="0" err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실행</a:t>
            </a:r>
            <a:r>
              <a:rPr sz="1350" dirty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dirty="0" err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350" dirty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 · Learning Plan</a:t>
            </a:r>
            <a:endParaRPr sz="16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90D45C-7502-4E87-B9EA-34D4D668F0E9}"/>
              </a:ext>
            </a:extLst>
          </p:cNvPr>
          <p:cNvSpPr>
            <a:spLocks noGrp="1"/>
          </p:cNvSpPr>
          <p:nvPr/>
        </p:nvSpPr>
        <p:spPr>
          <a:xfrm>
            <a:off x="457200" y="2258568"/>
            <a:ext cx="11277295" cy="822960"/>
          </a:xfrm>
          <a:prstGeom prst="roundRect">
            <a:avLst>
              <a:gd name="adj" fmla="val 14444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FA5B85F-478E-45F2-A763-33B0F0EF25E6}"/>
              </a:ext>
            </a:extLst>
          </p:cNvPr>
          <p:cNvSpPr>
            <a:spLocks noGrp="1"/>
          </p:cNvSpPr>
          <p:nvPr/>
        </p:nvSpPr>
        <p:spPr>
          <a:xfrm>
            <a:off x="731520" y="2331720"/>
            <a:ext cx="59436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IC _NO ZERO DAYS / LR_ Ring The Bell</a:t>
            </a:r>
            <a:endParaRPr sz="22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F4838D1-A72B-41FF-8F67-9FF711922409}"/>
              </a:ext>
            </a:extLst>
          </p:cNvPr>
          <p:cNvSpPr>
            <a:spLocks noGrp="1"/>
          </p:cNvSpPr>
          <p:nvPr/>
        </p:nvSpPr>
        <p:spPr>
          <a:xfrm>
            <a:off x="731520" y="2761488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Gross 280pcs · Team AVG 1.40 · 리쿠르팅 쇼업 55%</a:t>
            </a:r>
            <a:endParaRPr sz="11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7BC3F21-4270-48A9-8D02-9B4D9E645E0F}"/>
              </a:ext>
            </a:extLst>
          </p:cNvPr>
          <p:cNvSpPr>
            <a:spLocks noGrp="1"/>
          </p:cNvSpPr>
          <p:nvPr/>
        </p:nvSpPr>
        <p:spPr>
          <a:xfrm>
            <a:off x="8412480" y="2313432"/>
            <a:ext cx="313639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785FE97-3394-44DC-B892-2C4E3ABD918C}"/>
              </a:ext>
            </a:extLst>
          </p:cNvPr>
          <p:cNvSpPr>
            <a:spLocks noGrp="1"/>
          </p:cNvSpPr>
          <p:nvPr/>
        </p:nvSpPr>
        <p:spPr>
          <a:xfrm>
            <a:off x="8549640" y="2331720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8월 팀 목표</a:t>
            </a:r>
            <a:endParaRPr sz="9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B84CA97-2125-413D-A3B1-14D51EE9A287}"/>
              </a:ext>
            </a:extLst>
          </p:cNvPr>
          <p:cNvSpPr>
            <a:spLocks noGrp="1"/>
          </p:cNvSpPr>
          <p:nvPr/>
        </p:nvSpPr>
        <p:spPr>
          <a:xfrm>
            <a:off x="8549640" y="256946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280pcs+ / AVG 1.40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2E7396E-C768-4516-A0FA-C8E7F6F34AC9}"/>
              </a:ext>
            </a:extLst>
          </p:cNvPr>
          <p:cNvSpPr>
            <a:spLocks noGrp="1"/>
          </p:cNvSpPr>
          <p:nvPr/>
        </p:nvSpPr>
        <p:spPr>
          <a:xfrm>
            <a:off x="457200" y="3172968"/>
            <a:ext cx="11277295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C1C6970-B7B5-4CD0-A872-2E27DDEA9243}"/>
              </a:ext>
            </a:extLst>
          </p:cNvPr>
          <p:cNvSpPr>
            <a:spLocks noGrp="1"/>
          </p:cNvSpPr>
          <p:nvPr/>
        </p:nvSpPr>
        <p:spPr>
          <a:xfrm>
            <a:off x="640080" y="330098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Goal</a:t>
            </a:r>
            <a:endParaRPr sz="11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78BE746-63FE-4FF2-B795-B4E0778C275B}"/>
              </a:ext>
            </a:extLst>
          </p:cNvPr>
          <p:cNvSpPr>
            <a:spLocks noGrp="1"/>
          </p:cNvSpPr>
          <p:nvPr/>
        </p:nvSpPr>
        <p:spPr>
          <a:xfrm>
            <a:off x="658368" y="3611880"/>
            <a:ext cx="91440" cy="9144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19A5E43-C881-4DF3-8765-991065BF0F51}"/>
              </a:ext>
            </a:extLst>
          </p:cNvPr>
          <p:cNvSpPr>
            <a:spLocks noGrp="1"/>
          </p:cNvSpPr>
          <p:nvPr/>
        </p:nvSpPr>
        <p:spPr>
          <a:xfrm>
            <a:off x="804672" y="3566160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주간 Sales floor 50pcs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608CB2B-EE9D-456A-85F0-6E183EB97D90}"/>
              </a:ext>
            </a:extLst>
          </p:cNvPr>
          <p:cNvSpPr>
            <a:spLocks noGrp="1"/>
          </p:cNvSpPr>
          <p:nvPr/>
        </p:nvSpPr>
        <p:spPr>
          <a:xfrm>
            <a:off x="658368" y="38679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718BB29-B0C5-45F2-9A6F-1B22E7C24FE8}"/>
              </a:ext>
            </a:extLst>
          </p:cNvPr>
          <p:cNvSpPr>
            <a:spLocks noGrp="1"/>
          </p:cNvSpPr>
          <p:nvPr/>
        </p:nvSpPr>
        <p:spPr>
          <a:xfrm>
            <a:off x="804672" y="3822192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AVG 1.0 미만 2명 → 1.0+</a:t>
            </a: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AF892479-E544-4700-8A16-ECB1DF9A4C35}"/>
              </a:ext>
            </a:extLst>
          </p:cNvPr>
          <p:cNvSpPr>
            <a:spLocks noGrp="1"/>
          </p:cNvSpPr>
          <p:nvPr/>
        </p:nvSpPr>
        <p:spPr>
          <a:xfrm>
            <a:off x="658368" y="41239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FFE212D-A839-480D-8092-08D24F403262}"/>
              </a:ext>
            </a:extLst>
          </p:cNvPr>
          <p:cNvSpPr>
            <a:spLocks noGrp="1"/>
          </p:cNvSpPr>
          <p:nvPr/>
        </p:nvSpPr>
        <p:spPr>
          <a:xfrm>
            <a:off x="804672" y="4078224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LR 이상팀원 셀프 개인리캡 알려주기 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7C80662-C38E-4836-8337-B6E69F9CC760}"/>
              </a:ext>
            </a:extLst>
          </p:cNvPr>
          <p:cNvSpPr>
            <a:spLocks noGrp="1"/>
          </p:cNvSpPr>
          <p:nvPr/>
        </p:nvSpPr>
        <p:spPr>
          <a:xfrm>
            <a:off x="658368" y="43799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108B5E2-F7BD-4DB0-A428-DA1F47E6CABE}"/>
              </a:ext>
            </a:extLst>
          </p:cNvPr>
          <p:cNvSpPr>
            <a:spLocks noGrp="1"/>
          </p:cNvSpPr>
          <p:nvPr/>
        </p:nvSpPr>
        <p:spPr>
          <a:xfrm>
            <a:off x="804672" y="4334256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리쿠르팅 수치 5배 상승 목표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3DAEB463-66FF-42A1-8A5E-28FC19F6AB14}"/>
              </a:ext>
            </a:extLst>
          </p:cNvPr>
          <p:cNvSpPr>
            <a:spLocks noGrp="1"/>
          </p:cNvSpPr>
          <p:nvPr/>
        </p:nvSpPr>
        <p:spPr>
          <a:xfrm>
            <a:off x="3547872" y="3264408"/>
            <a:ext cx="0" cy="13258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1249AFCB-373F-455C-B0A5-5833D356C4AD}"/>
              </a:ext>
            </a:extLst>
          </p:cNvPr>
          <p:cNvSpPr>
            <a:spLocks noGrp="1"/>
          </p:cNvSpPr>
          <p:nvPr/>
        </p:nvSpPr>
        <p:spPr>
          <a:xfrm>
            <a:off x="3730752" y="3300984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Action Plan</a:t>
            </a:r>
            <a:endParaRPr sz="110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926A34E-4766-49BF-AD40-E9E164C37FE8}"/>
              </a:ext>
            </a:extLst>
          </p:cNvPr>
          <p:cNvSpPr>
            <a:spLocks noGrp="1"/>
          </p:cNvSpPr>
          <p:nvPr/>
        </p:nvSpPr>
        <p:spPr>
          <a:xfrm>
            <a:off x="3749040" y="361188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50A91134-AA0E-4B44-A7E6-79B0E22E7AE1}"/>
              </a:ext>
            </a:extLst>
          </p:cNvPr>
          <p:cNvSpPr>
            <a:spLocks noGrp="1"/>
          </p:cNvSpPr>
          <p:nvPr/>
        </p:nvSpPr>
        <p:spPr>
          <a:xfrm>
            <a:off x="3895344" y="3566160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매주 WE 마감 후 W2 세일즈 Drop 인원 체크</a:t>
            </a: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12A315CD-2F80-4B13-91CE-8CC5D9FD2671}"/>
              </a:ext>
            </a:extLst>
          </p:cNvPr>
          <p:cNvSpPr>
            <a:spLocks noGrp="1"/>
          </p:cNvSpPr>
          <p:nvPr/>
        </p:nvSpPr>
        <p:spPr>
          <a:xfrm>
            <a:off x="3749040" y="38679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F1FB27F-3318-4745-A02F-EC23F03ED03F}"/>
              </a:ext>
            </a:extLst>
          </p:cNvPr>
          <p:cNvSpPr>
            <a:spLocks noGrp="1"/>
          </p:cNvSpPr>
          <p:nvPr/>
        </p:nvSpPr>
        <p:spPr>
          <a:xfrm>
            <a:off x="3895344" y="3822192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1.0 이하 인원들 피치영상 촬영 및 COD 스터디데이 갖기</a:t>
            </a: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7ABBB565-137F-49C7-AF2B-555296904757}"/>
              </a:ext>
            </a:extLst>
          </p:cNvPr>
          <p:cNvSpPr>
            <a:spLocks noGrp="1"/>
          </p:cNvSpPr>
          <p:nvPr/>
        </p:nvSpPr>
        <p:spPr>
          <a:xfrm>
            <a:off x="3749040" y="41239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00F1FC99-B52B-4B26-8DFA-77CCEEE5558A}"/>
              </a:ext>
            </a:extLst>
          </p:cNvPr>
          <p:cNvSpPr>
            <a:spLocks noGrp="1"/>
          </p:cNvSpPr>
          <p:nvPr/>
        </p:nvSpPr>
        <p:spPr>
          <a:xfrm>
            <a:off x="3895344" y="4078224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금요일 NOVA → 리젝/리섭 → 본드/BEP 순차 입력</a:t>
            </a: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58FCE2CE-E27B-436D-BD5C-FC04F765697B}"/>
              </a:ext>
            </a:extLst>
          </p:cNvPr>
          <p:cNvSpPr>
            <a:spLocks noGrp="1"/>
          </p:cNvSpPr>
          <p:nvPr/>
        </p:nvSpPr>
        <p:spPr>
          <a:xfrm>
            <a:off x="3749040" y="43799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0613C19F-873E-4D76-BB32-E3C4416633FC}"/>
              </a:ext>
            </a:extLst>
          </p:cNvPr>
          <p:cNvSpPr>
            <a:spLocks noGrp="1"/>
          </p:cNvSpPr>
          <p:nvPr/>
        </p:nvSpPr>
        <p:spPr>
          <a:xfrm>
            <a:off x="3895344" y="4334256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100부킹 목표로 주간 개인별 10부킹씩 해보기 </a:t>
            </a: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48D49B2A-4444-4BC9-8EBA-286A1783464C}"/>
              </a:ext>
            </a:extLst>
          </p:cNvPr>
          <p:cNvSpPr>
            <a:spLocks noGrp="1"/>
          </p:cNvSpPr>
          <p:nvPr/>
        </p:nvSpPr>
        <p:spPr>
          <a:xfrm>
            <a:off x="9345168" y="3264408"/>
            <a:ext cx="0" cy="13258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BF9E04FA-CBCB-4878-8663-49E0CCEE571C}"/>
              </a:ext>
            </a:extLst>
          </p:cNvPr>
          <p:cNvSpPr>
            <a:spLocks noGrp="1"/>
          </p:cNvSpPr>
          <p:nvPr/>
        </p:nvSpPr>
        <p:spPr>
          <a:xfrm>
            <a:off x="9509760" y="3300984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Reward</a:t>
            </a:r>
            <a:endParaRPr sz="110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5C5EC095-E3D1-4431-8D35-9A0D3DCA216B}"/>
              </a:ext>
            </a:extLst>
          </p:cNvPr>
          <p:cNvSpPr>
            <a:spLocks noGrp="1"/>
          </p:cNvSpPr>
          <p:nvPr/>
        </p:nvSpPr>
        <p:spPr>
          <a:xfrm>
            <a:off x="9509760" y="3593592"/>
            <a:ext cx="1645920" cy="694944"/>
          </a:xfrm>
          <a:prstGeom prst="roundRect">
            <a:avLst>
              <a:gd name="adj" fmla="val 13158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A71374EA-502D-4D92-9892-C7F0D2E2A3A5}"/>
              </a:ext>
            </a:extLst>
          </p:cNvPr>
          <p:cNvSpPr>
            <a:spLocks noGrp="1"/>
          </p:cNvSpPr>
          <p:nvPr/>
        </p:nvSpPr>
        <p:spPr>
          <a:xfrm>
            <a:off x="9509760" y="3630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팀 디너</a:t>
            </a: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748430F6-69E2-4EAC-9688-A58A93A1667B}"/>
              </a:ext>
            </a:extLst>
          </p:cNvPr>
          <p:cNvSpPr>
            <a:spLocks noGrp="1"/>
          </p:cNvSpPr>
          <p:nvPr/>
        </p:nvSpPr>
        <p:spPr>
          <a:xfrm>
            <a:off x="9509760" y="392277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 dirty="0" err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목표</a:t>
            </a:r>
            <a:r>
              <a:rPr sz="1200" b="1" dirty="0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달성</a:t>
            </a:r>
            <a:r>
              <a:rPr sz="1200" b="1" dirty="0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시</a:t>
            </a:r>
            <a:endParaRPr sz="1200" b="1" dirty="0">
              <a:solidFill>
                <a:srgbClr val="1456F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1D0CA52E-49FA-4D4C-92CB-B0F3385B1F0B}"/>
              </a:ext>
            </a:extLst>
          </p:cNvPr>
          <p:cNvSpPr>
            <a:spLocks noGrp="1"/>
          </p:cNvSpPr>
          <p:nvPr/>
        </p:nvSpPr>
        <p:spPr>
          <a:xfrm>
            <a:off x="457200" y="4861618"/>
            <a:ext cx="11277295" cy="1399032"/>
          </a:xfrm>
          <a:prstGeom prst="roundRect">
            <a:avLst>
              <a:gd name="adj" fmla="val 84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5190B126-C95D-4FB1-9220-61E51D5B57C9}"/>
              </a:ext>
            </a:extLst>
          </p:cNvPr>
          <p:cNvSpPr>
            <a:spLocks noGrp="1"/>
          </p:cNvSpPr>
          <p:nvPr/>
        </p:nvSpPr>
        <p:spPr>
          <a:xfrm>
            <a:off x="457200" y="4861618"/>
            <a:ext cx="11277295" cy="320040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13390E37-9BDD-432B-B919-0229565715DF}"/>
              </a:ext>
            </a:extLst>
          </p:cNvPr>
          <p:cNvSpPr>
            <a:spLocks noGrp="1"/>
          </p:cNvSpPr>
          <p:nvPr/>
        </p:nvSpPr>
        <p:spPr>
          <a:xfrm>
            <a:off x="457200" y="4861618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Learning Plan</a:t>
            </a:r>
            <a:endParaRPr sz="11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5238ECE7-CEBE-42DE-A65A-07F073E53429}"/>
              </a:ext>
            </a:extLst>
          </p:cNvPr>
          <p:cNvSpPr>
            <a:spLocks noGrp="1"/>
          </p:cNvSpPr>
          <p:nvPr/>
        </p:nvSpPr>
        <p:spPr>
          <a:xfrm>
            <a:off x="685800" y="5245666"/>
            <a:ext cx="1371600" cy="1668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Networking</a:t>
            </a:r>
            <a:endParaRPr sz="110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EC4E3DB7-1E5A-4118-8D9F-FFAD864F9D28}"/>
              </a:ext>
            </a:extLst>
          </p:cNvPr>
          <p:cNvSpPr>
            <a:spLocks noGrp="1"/>
          </p:cNvSpPr>
          <p:nvPr/>
        </p:nvSpPr>
        <p:spPr>
          <a:xfrm>
            <a:off x="2286000" y="5245666"/>
            <a:ext cx="9174175" cy="16687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endParaRPr sz="975">
              <a:solidFill>
                <a:srgbClr val="1D293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9803E00D-99E8-4B80-8BB5-A1124023C540}"/>
              </a:ext>
            </a:extLst>
          </p:cNvPr>
          <p:cNvSpPr>
            <a:spLocks noGrp="1"/>
          </p:cNvSpPr>
          <p:nvPr/>
        </p:nvSpPr>
        <p:spPr>
          <a:xfrm>
            <a:off x="640080" y="54491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4240CB72-C09E-44DF-8C17-CB9731A9E8C6}"/>
              </a:ext>
            </a:extLst>
          </p:cNvPr>
          <p:cNvSpPr>
            <a:spLocks noGrp="1"/>
          </p:cNvSpPr>
          <p:nvPr/>
        </p:nvSpPr>
        <p:spPr>
          <a:xfrm>
            <a:off x="685800" y="5503984"/>
            <a:ext cx="1371600" cy="1668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Training</a:t>
            </a:r>
            <a:endParaRPr sz="110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9190B844-1B5B-4F6F-B9DB-CE2A95AD0901}"/>
              </a:ext>
            </a:extLst>
          </p:cNvPr>
          <p:cNvSpPr>
            <a:spLocks noGrp="1"/>
          </p:cNvSpPr>
          <p:nvPr/>
        </p:nvSpPr>
        <p:spPr>
          <a:xfrm>
            <a:off x="2286000" y="5503984"/>
            <a:ext cx="9174175" cy="16687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75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위페어 론칭 대비 팀내 B2B 세일즈 트레이닝  </a:t>
            </a:r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EDC4B23A-40FC-4559-B2AE-1373ED9F9F27}"/>
              </a:ext>
            </a:extLst>
          </p:cNvPr>
          <p:cNvSpPr>
            <a:spLocks noGrp="1"/>
          </p:cNvSpPr>
          <p:nvPr/>
        </p:nvSpPr>
        <p:spPr>
          <a:xfrm>
            <a:off x="640080" y="570743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5BBA5D0D-5A35-407E-949D-7AA53342560D}"/>
              </a:ext>
            </a:extLst>
          </p:cNvPr>
          <p:cNvSpPr>
            <a:spLocks noGrp="1"/>
          </p:cNvSpPr>
          <p:nvPr/>
        </p:nvSpPr>
        <p:spPr>
          <a:xfrm>
            <a:off x="685800" y="5762302"/>
            <a:ext cx="1371600" cy="1668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Reading</a:t>
            </a:r>
            <a:endParaRPr sz="110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C698C6E3-3C02-4F2B-8A30-9144D171A122}"/>
              </a:ext>
            </a:extLst>
          </p:cNvPr>
          <p:cNvSpPr>
            <a:spLocks noGrp="1"/>
          </p:cNvSpPr>
          <p:nvPr/>
        </p:nvSpPr>
        <p:spPr>
          <a:xfrm>
            <a:off x="2286000" y="5762302"/>
            <a:ext cx="9174175" cy="16687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75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손자병법</a:t>
            </a:r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85A594F7-1F4D-477A-AF6D-7138961B9BE9}"/>
              </a:ext>
            </a:extLst>
          </p:cNvPr>
          <p:cNvSpPr>
            <a:spLocks noGrp="1"/>
          </p:cNvSpPr>
          <p:nvPr/>
        </p:nvSpPr>
        <p:spPr>
          <a:xfrm>
            <a:off x="640080" y="5965756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21C3EB44-40E5-483F-AFF3-CB7175D1615C}"/>
              </a:ext>
            </a:extLst>
          </p:cNvPr>
          <p:cNvSpPr>
            <a:spLocks noGrp="1"/>
          </p:cNvSpPr>
          <p:nvPr/>
        </p:nvSpPr>
        <p:spPr>
          <a:xfrm>
            <a:off x="685800" y="6020620"/>
            <a:ext cx="1371600" cy="1668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 on 1</a:t>
            </a:r>
            <a:endParaRPr sz="1100"/>
          </a:p>
        </p:txBody>
      </p:sp>
      <p:sp>
        <p:nvSpPr>
          <p:cNvPr id="3" name="Text 45">
            <a:extLst>
              <a:ext uri="{FF2B5EF4-FFF2-40B4-BE49-F238E27FC236}">
                <a16:creationId xmlns:a16="http://schemas.microsoft.com/office/drawing/2014/main" id="{17A0CDAA-AA33-D119-725D-D7C6D92ECD4B}"/>
              </a:ext>
            </a:extLst>
          </p:cNvPr>
          <p:cNvSpPr>
            <a:spLocks noGrp="1"/>
          </p:cNvSpPr>
          <p:nvPr/>
        </p:nvSpPr>
        <p:spPr>
          <a:xfrm>
            <a:off x="2285999" y="6034915"/>
            <a:ext cx="9174175" cy="16687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75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이성식 Owner</a:t>
            </a:r>
          </a:p>
        </p:txBody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07F1B53C-99F6-1B54-F274-4BB9D6AB9BCB}"/>
              </a:ext>
            </a:extLst>
          </p:cNvPr>
          <p:cNvSpPr>
            <a:spLocks noGrp="1"/>
          </p:cNvSpPr>
          <p:nvPr/>
        </p:nvSpPr>
        <p:spPr>
          <a:xfrm>
            <a:off x="2285998" y="5220930"/>
            <a:ext cx="9174175" cy="16687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75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B2B </a:t>
            </a:r>
            <a:r>
              <a:rPr sz="975" dirty="0" err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관련</a:t>
            </a:r>
            <a:r>
              <a:rPr sz="975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975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한화</a:t>
            </a:r>
            <a:r>
              <a:rPr sz="975" dirty="0" err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비전</a:t>
            </a:r>
            <a:r>
              <a:rPr sz="975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975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&amp;</a:t>
            </a:r>
            <a:r>
              <a:rPr sz="975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75" dirty="0" err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위페어</a:t>
            </a:r>
            <a:r>
              <a:rPr sz="975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75" dirty="0" err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경험</a:t>
            </a:r>
            <a:r>
              <a:rPr lang="ko-KR" altLang="en-US" sz="975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담 공유하며 </a:t>
            </a:r>
            <a:r>
              <a:rPr sz="975" dirty="0" err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성식리더님과</a:t>
            </a:r>
            <a:r>
              <a:rPr sz="975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975" dirty="0" err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소통중</a:t>
            </a:r>
            <a:endParaRPr sz="975" dirty="0">
              <a:solidFill>
                <a:srgbClr val="1D2939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4122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BEEC63-6CB3-494A-8D68-ED62B9327738}"/>
              </a:ext>
            </a:extLst>
          </p:cNvPr>
          <p:cNvSpPr>
            <a:spLocks noGrp="1"/>
          </p:cNvSpPr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리쿠르팅 &amp; H/C</a:t>
            </a:r>
            <a:endParaRPr sz="12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E904C7B-7A61-4E0F-B986-0F2111EDE7B6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13</a:t>
            </a:r>
            <a:endParaRPr sz="1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C77ADB1-396B-4CFA-A6FA-02BAAB8CF608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sz="28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주차별 IN &amp; OUT</a:t>
            </a:r>
            <a:endParaRPr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D8CFC0-A888-4177-8A4E-09F7EB7E8A7E}"/>
              </a:ext>
            </a:extLst>
          </p:cNvPr>
          <p:cNvSpPr>
            <a:spLocks noGrp="1"/>
          </p:cNvSpPr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프레젠스 워크북 등록일·퇴사일 기준 주간 흐름</a:t>
            </a:r>
            <a:endParaRPr sz="16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AB54530-BB8B-4611-8D77-C2F634AF2AF7}"/>
              </a:ext>
            </a:extLst>
          </p:cNvPr>
          <p:cNvSpPr>
            <a:spLocks noGrp="1"/>
          </p:cNvSpPr>
          <p:nvPr/>
        </p:nvSpPr>
        <p:spPr>
          <a:xfrm>
            <a:off x="457200" y="2276856"/>
            <a:ext cx="11277295" cy="621792"/>
          </a:xfrm>
          <a:prstGeom prst="roundRect">
            <a:avLst>
              <a:gd name="adj" fmla="val 14706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7716536-F874-4E9F-B737-90719612F79A}"/>
              </a:ext>
            </a:extLst>
          </p:cNvPr>
          <p:cNvSpPr>
            <a:spLocks noGrp="1"/>
          </p:cNvSpPr>
          <p:nvPr/>
        </p:nvSpPr>
        <p:spPr>
          <a:xfrm>
            <a:off x="457200" y="2276856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Week Ending</a:t>
            </a:r>
            <a:endParaRPr sz="12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42BA02F-566D-40FB-A7C1-A2CD4401675E}"/>
              </a:ext>
            </a:extLst>
          </p:cNvPr>
          <p:cNvSpPr>
            <a:spLocks noGrp="1"/>
          </p:cNvSpPr>
          <p:nvPr/>
        </p:nvSpPr>
        <p:spPr>
          <a:xfrm>
            <a:off x="2103120" y="2276856"/>
            <a:ext cx="7315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H/C</a:t>
            </a:r>
            <a:endParaRPr sz="12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844BBC1-7076-4055-AEE9-A44394542A36}"/>
              </a:ext>
            </a:extLst>
          </p:cNvPr>
          <p:cNvSpPr>
            <a:spLocks noGrp="1"/>
          </p:cNvSpPr>
          <p:nvPr/>
        </p:nvSpPr>
        <p:spPr>
          <a:xfrm>
            <a:off x="2834640" y="2276856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New IC</a:t>
            </a:r>
            <a:endParaRPr sz="12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CB46DBF-52DC-4F37-B4EB-369C94FA8333}"/>
              </a:ext>
            </a:extLst>
          </p:cNvPr>
          <p:cNvSpPr>
            <a:spLocks noGrp="1"/>
          </p:cNvSpPr>
          <p:nvPr/>
        </p:nvSpPr>
        <p:spPr>
          <a:xfrm>
            <a:off x="6035040" y="2276856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Promotion</a:t>
            </a:r>
            <a:endParaRPr sz="12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2960F29-7615-4549-B3AD-7B529D8F37AD}"/>
              </a:ext>
            </a:extLst>
          </p:cNvPr>
          <p:cNvSpPr>
            <a:spLocks noGrp="1"/>
          </p:cNvSpPr>
          <p:nvPr/>
        </p:nvSpPr>
        <p:spPr>
          <a:xfrm>
            <a:off x="8229600" y="2276856"/>
            <a:ext cx="32918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Termination</a:t>
            </a:r>
            <a:endParaRPr sz="12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08EAE3A-5EB7-4F57-902B-D0CD3D86B160}"/>
              </a:ext>
            </a:extLst>
          </p:cNvPr>
          <p:cNvSpPr>
            <a:spLocks noGrp="1"/>
          </p:cNvSpPr>
          <p:nvPr/>
        </p:nvSpPr>
        <p:spPr>
          <a:xfrm>
            <a:off x="457200" y="352044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B678984-30F3-487E-A346-E3015E3938F7}"/>
              </a:ext>
            </a:extLst>
          </p:cNvPr>
          <p:cNvSpPr>
            <a:spLocks noGrp="1"/>
          </p:cNvSpPr>
          <p:nvPr/>
        </p:nvSpPr>
        <p:spPr>
          <a:xfrm>
            <a:off x="457200" y="2898648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06.28</a:t>
            </a:r>
            <a:endParaRPr sz="12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79843E4-A999-4B86-9697-35C9B6976EA7}"/>
              </a:ext>
            </a:extLst>
          </p:cNvPr>
          <p:cNvSpPr>
            <a:spLocks noGrp="1"/>
          </p:cNvSpPr>
          <p:nvPr/>
        </p:nvSpPr>
        <p:spPr>
          <a:xfrm>
            <a:off x="2103120" y="2898648"/>
            <a:ext cx="7315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12</a:t>
            </a:r>
            <a:endParaRPr sz="22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5CA8FAD-A646-4636-9147-50124BA0B1C9}"/>
              </a:ext>
            </a:extLst>
          </p:cNvPr>
          <p:cNvSpPr>
            <a:spLocks noGrp="1"/>
          </p:cNvSpPr>
          <p:nvPr/>
        </p:nvSpPr>
        <p:spPr>
          <a:xfrm>
            <a:off x="2834640" y="2898648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 dirty="0" err="1">
                <a:solidFill>
                  <a:srgbClr val="1D2939"/>
                </a:solidFill>
                <a:latin typeface="Pretendard"/>
              </a:rPr>
              <a:t>양아영</a:t>
            </a:r>
            <a:endParaRPr sz="1200" b="1" dirty="0">
              <a:solidFill>
                <a:srgbClr val="1D2939"/>
              </a:solidFill>
              <a:latin typeface="Pretendard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55B1FD-C99B-40C2-BFFA-C593B5839626}"/>
              </a:ext>
            </a:extLst>
          </p:cNvPr>
          <p:cNvSpPr>
            <a:spLocks noGrp="1"/>
          </p:cNvSpPr>
          <p:nvPr/>
        </p:nvSpPr>
        <p:spPr>
          <a:xfrm>
            <a:off x="6035040" y="2898648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–</a:t>
            </a:r>
            <a:endParaRPr sz="12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C643FCB-77CB-4D64-8BF8-49035FDF75F9}"/>
              </a:ext>
            </a:extLst>
          </p:cNvPr>
          <p:cNvSpPr>
            <a:spLocks noGrp="1"/>
          </p:cNvSpPr>
          <p:nvPr/>
        </p:nvSpPr>
        <p:spPr>
          <a:xfrm>
            <a:off x="8229600" y="2898648"/>
            <a:ext cx="32918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 dirty="0" err="1">
                <a:solidFill>
                  <a:srgbClr val="1D2939"/>
                </a:solidFill>
                <a:latin typeface="Pretendard"/>
              </a:rPr>
              <a:t>김홍석</a:t>
            </a:r>
            <a:r>
              <a:rPr sz="1200" b="1" dirty="0">
                <a:solidFill>
                  <a:srgbClr val="1D2939"/>
                </a:solidFill>
                <a:latin typeface="Pretendard"/>
              </a:rPr>
              <a:t> · </a:t>
            </a:r>
            <a:r>
              <a:rPr sz="1200" b="1" dirty="0" err="1">
                <a:solidFill>
                  <a:srgbClr val="1D2939"/>
                </a:solidFill>
                <a:latin typeface="Pretendard"/>
              </a:rPr>
              <a:t>김이삭</a:t>
            </a:r>
            <a:endParaRPr sz="1200" b="1" dirty="0">
              <a:solidFill>
                <a:srgbClr val="1D2939"/>
              </a:solidFill>
              <a:latin typeface="Pretendard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02EC77A-70B3-430A-BB0A-9285D5A3A0FA}"/>
              </a:ext>
            </a:extLst>
          </p:cNvPr>
          <p:cNvSpPr>
            <a:spLocks noGrp="1"/>
          </p:cNvSpPr>
          <p:nvPr/>
        </p:nvSpPr>
        <p:spPr>
          <a:xfrm>
            <a:off x="457200" y="3520440"/>
            <a:ext cx="11277295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7C61C960-7A23-4609-BDD6-C55921D6A5F3}"/>
              </a:ext>
            </a:extLst>
          </p:cNvPr>
          <p:cNvSpPr>
            <a:spLocks noGrp="1"/>
          </p:cNvSpPr>
          <p:nvPr/>
        </p:nvSpPr>
        <p:spPr>
          <a:xfrm>
            <a:off x="457200" y="4142232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9BAB85B-4835-48EA-9245-8D15159B71C7}"/>
              </a:ext>
            </a:extLst>
          </p:cNvPr>
          <p:cNvSpPr>
            <a:spLocks noGrp="1"/>
          </p:cNvSpPr>
          <p:nvPr/>
        </p:nvSpPr>
        <p:spPr>
          <a:xfrm>
            <a:off x="457200" y="352044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07.05</a:t>
            </a:r>
            <a:endParaRPr sz="12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A26AAD4-60C6-4245-A735-0C97F3F84939}"/>
              </a:ext>
            </a:extLst>
          </p:cNvPr>
          <p:cNvSpPr>
            <a:spLocks noGrp="1"/>
          </p:cNvSpPr>
          <p:nvPr/>
        </p:nvSpPr>
        <p:spPr>
          <a:xfrm>
            <a:off x="2103120" y="3520440"/>
            <a:ext cx="7315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12</a:t>
            </a:r>
            <a:endParaRPr sz="22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67A5965-68C9-4CBB-B40D-B0072116727F}"/>
              </a:ext>
            </a:extLst>
          </p:cNvPr>
          <p:cNvSpPr>
            <a:spLocks noGrp="1"/>
          </p:cNvSpPr>
          <p:nvPr/>
        </p:nvSpPr>
        <p:spPr>
          <a:xfrm>
            <a:off x="2834640" y="3520440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–</a:t>
            </a:r>
            <a:endParaRPr sz="12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7BD98AE-DA24-40A4-9F5B-E2EDD8E16B11}"/>
              </a:ext>
            </a:extLst>
          </p:cNvPr>
          <p:cNvSpPr>
            <a:spLocks noGrp="1"/>
          </p:cNvSpPr>
          <p:nvPr/>
        </p:nvSpPr>
        <p:spPr>
          <a:xfrm>
            <a:off x="6035040" y="3520440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–</a:t>
            </a:r>
            <a:endParaRPr sz="12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D580BC1C-36C1-43E7-8415-267B79214F8A}"/>
              </a:ext>
            </a:extLst>
          </p:cNvPr>
          <p:cNvSpPr>
            <a:spLocks noGrp="1"/>
          </p:cNvSpPr>
          <p:nvPr/>
        </p:nvSpPr>
        <p:spPr>
          <a:xfrm>
            <a:off x="8229600" y="3520440"/>
            <a:ext cx="32918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–</a:t>
            </a:r>
            <a:endParaRPr sz="12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9D5E0B6F-ED3D-4D91-8B0B-DE008E19D2DC}"/>
              </a:ext>
            </a:extLst>
          </p:cNvPr>
          <p:cNvSpPr>
            <a:spLocks noGrp="1"/>
          </p:cNvSpPr>
          <p:nvPr/>
        </p:nvSpPr>
        <p:spPr>
          <a:xfrm>
            <a:off x="457200" y="4764024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1330BAA2-C677-48CD-8EB5-254F4FE18A9E}"/>
              </a:ext>
            </a:extLst>
          </p:cNvPr>
          <p:cNvSpPr>
            <a:spLocks noGrp="1"/>
          </p:cNvSpPr>
          <p:nvPr/>
        </p:nvSpPr>
        <p:spPr>
          <a:xfrm>
            <a:off x="457200" y="4142232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07.12</a:t>
            </a:r>
            <a:endParaRPr sz="12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B4B1E04E-CC2C-4F45-8A10-75651673C9D8}"/>
              </a:ext>
            </a:extLst>
          </p:cNvPr>
          <p:cNvSpPr>
            <a:spLocks noGrp="1"/>
          </p:cNvSpPr>
          <p:nvPr/>
        </p:nvSpPr>
        <p:spPr>
          <a:xfrm>
            <a:off x="2103120" y="4142232"/>
            <a:ext cx="7315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13</a:t>
            </a:r>
            <a:endParaRPr sz="220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223D3D68-31C8-4D16-9B0B-72BE280C8854}"/>
              </a:ext>
            </a:extLst>
          </p:cNvPr>
          <p:cNvSpPr>
            <a:spLocks noGrp="1"/>
          </p:cNvSpPr>
          <p:nvPr/>
        </p:nvSpPr>
        <p:spPr>
          <a:xfrm>
            <a:off x="2834640" y="4142232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 dirty="0" err="1">
                <a:solidFill>
                  <a:srgbClr val="1D2939"/>
                </a:solidFill>
                <a:latin typeface="Pretendard"/>
              </a:rPr>
              <a:t>이윤성</a:t>
            </a:r>
            <a:r>
              <a:rPr sz="1200" b="1" dirty="0">
                <a:solidFill>
                  <a:srgbClr val="1D2939"/>
                </a:solidFill>
                <a:latin typeface="Pretendard"/>
              </a:rPr>
              <a:t> · </a:t>
            </a:r>
            <a:r>
              <a:rPr sz="1200" b="1" dirty="0" err="1">
                <a:solidFill>
                  <a:srgbClr val="1D2939"/>
                </a:solidFill>
                <a:latin typeface="Pretendard"/>
              </a:rPr>
              <a:t>민병준</a:t>
            </a:r>
            <a:r>
              <a:rPr sz="1200" b="1" dirty="0">
                <a:solidFill>
                  <a:srgbClr val="1D2939"/>
                </a:solidFill>
                <a:latin typeface="Pretendard"/>
              </a:rPr>
              <a:t>
</a:t>
            </a:r>
            <a:r>
              <a:rPr sz="1200" b="1" dirty="0" err="1">
                <a:solidFill>
                  <a:srgbClr val="1D2939"/>
                </a:solidFill>
                <a:latin typeface="Pretendard"/>
              </a:rPr>
              <a:t>김수민</a:t>
            </a:r>
            <a:r>
              <a:rPr sz="1200" b="1" dirty="0">
                <a:solidFill>
                  <a:srgbClr val="1D2939"/>
                </a:solidFill>
                <a:latin typeface="Pretendard"/>
              </a:rPr>
              <a:t> · </a:t>
            </a:r>
            <a:r>
              <a:rPr sz="1200" b="1" dirty="0" err="1">
                <a:solidFill>
                  <a:srgbClr val="1D2939"/>
                </a:solidFill>
                <a:latin typeface="Pretendard"/>
              </a:rPr>
              <a:t>박재범</a:t>
            </a:r>
            <a:endParaRPr sz="1200" b="1" dirty="0">
              <a:solidFill>
                <a:srgbClr val="1D2939"/>
              </a:solidFill>
              <a:latin typeface="Pretendard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4187D041-57D4-499F-9C2A-EB23BC76E96E}"/>
              </a:ext>
            </a:extLst>
          </p:cNvPr>
          <p:cNvSpPr>
            <a:spLocks noGrp="1"/>
          </p:cNvSpPr>
          <p:nvPr/>
        </p:nvSpPr>
        <p:spPr>
          <a:xfrm>
            <a:off x="6035040" y="4142232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–</a:t>
            </a:r>
            <a:endParaRPr sz="12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A6CADD39-91A0-4A8E-977D-13817EC4668B}"/>
              </a:ext>
            </a:extLst>
          </p:cNvPr>
          <p:cNvSpPr>
            <a:spLocks noGrp="1"/>
          </p:cNvSpPr>
          <p:nvPr/>
        </p:nvSpPr>
        <p:spPr>
          <a:xfrm>
            <a:off x="8229600" y="4142232"/>
            <a:ext cx="32918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 dirty="0" err="1">
                <a:solidFill>
                  <a:srgbClr val="1D2939"/>
                </a:solidFill>
                <a:latin typeface="Pretendard"/>
              </a:rPr>
              <a:t>고다연</a:t>
            </a:r>
            <a:r>
              <a:rPr sz="1200" b="1" dirty="0">
                <a:solidFill>
                  <a:srgbClr val="1D2939"/>
                </a:solidFill>
                <a:latin typeface="Pretendard"/>
              </a:rPr>
              <a:t> · </a:t>
            </a:r>
            <a:r>
              <a:rPr sz="1200" b="1" dirty="0" err="1">
                <a:solidFill>
                  <a:srgbClr val="1D2939"/>
                </a:solidFill>
                <a:latin typeface="Pretendard"/>
              </a:rPr>
              <a:t>양아영</a:t>
            </a:r>
            <a:r>
              <a:rPr sz="1200" b="1" dirty="0">
                <a:solidFill>
                  <a:srgbClr val="1D2939"/>
                </a:solidFill>
                <a:latin typeface="Pretendard"/>
              </a:rPr>
              <a:t> · </a:t>
            </a:r>
            <a:r>
              <a:rPr sz="1200" b="1" dirty="0" err="1">
                <a:solidFill>
                  <a:srgbClr val="1D2939"/>
                </a:solidFill>
                <a:latin typeface="Pretendard"/>
              </a:rPr>
              <a:t>박재범</a:t>
            </a:r>
            <a:endParaRPr sz="1200" b="1" dirty="0">
              <a:solidFill>
                <a:srgbClr val="1D2939"/>
              </a:solidFill>
              <a:latin typeface="Pretendard"/>
            </a:endParaRPr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609A567-5D3D-4D2C-A136-94536AAEF4B4}"/>
              </a:ext>
            </a:extLst>
          </p:cNvPr>
          <p:cNvSpPr>
            <a:spLocks noGrp="1"/>
          </p:cNvSpPr>
          <p:nvPr/>
        </p:nvSpPr>
        <p:spPr>
          <a:xfrm>
            <a:off x="457200" y="4764024"/>
            <a:ext cx="11277295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CB9638A6-9C40-4619-A3E9-C37AA952F837}"/>
              </a:ext>
            </a:extLst>
          </p:cNvPr>
          <p:cNvSpPr>
            <a:spLocks noGrp="1"/>
          </p:cNvSpPr>
          <p:nvPr/>
        </p:nvSpPr>
        <p:spPr>
          <a:xfrm>
            <a:off x="457200" y="5385816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61AC4FF-4F2D-4755-A19C-FEAF5CD76072}"/>
              </a:ext>
            </a:extLst>
          </p:cNvPr>
          <p:cNvSpPr>
            <a:spLocks noGrp="1"/>
          </p:cNvSpPr>
          <p:nvPr/>
        </p:nvSpPr>
        <p:spPr>
          <a:xfrm>
            <a:off x="457200" y="4764024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07.19</a:t>
            </a:r>
            <a:endParaRPr sz="120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67FE8FB8-FD72-45DA-B499-76FEB78AA36C}"/>
              </a:ext>
            </a:extLst>
          </p:cNvPr>
          <p:cNvSpPr>
            <a:spLocks noGrp="1"/>
          </p:cNvSpPr>
          <p:nvPr/>
        </p:nvSpPr>
        <p:spPr>
          <a:xfrm>
            <a:off x="2103120" y="4764024"/>
            <a:ext cx="7315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12</a:t>
            </a:r>
            <a:endParaRPr sz="220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F5E767E7-131A-4E18-9882-152617F0819A}"/>
              </a:ext>
            </a:extLst>
          </p:cNvPr>
          <p:cNvSpPr>
            <a:spLocks noGrp="1"/>
          </p:cNvSpPr>
          <p:nvPr/>
        </p:nvSpPr>
        <p:spPr>
          <a:xfrm>
            <a:off x="2834640" y="4764024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 dirty="0" err="1">
                <a:solidFill>
                  <a:srgbClr val="1D2939"/>
                </a:solidFill>
                <a:latin typeface="Pretendard"/>
              </a:rPr>
              <a:t>최윤호</a:t>
            </a:r>
            <a:r>
              <a:rPr sz="1200" b="1" dirty="0">
                <a:solidFill>
                  <a:srgbClr val="1D2939"/>
                </a:solidFill>
                <a:latin typeface="Pretendard"/>
              </a:rPr>
              <a:t> · </a:t>
            </a:r>
            <a:r>
              <a:rPr sz="1200" b="1" dirty="0" err="1">
                <a:solidFill>
                  <a:srgbClr val="1D2939"/>
                </a:solidFill>
                <a:latin typeface="Pretendard"/>
              </a:rPr>
              <a:t>박수진</a:t>
            </a:r>
            <a:r>
              <a:rPr sz="1200" b="1" dirty="0">
                <a:solidFill>
                  <a:srgbClr val="1D2939"/>
                </a:solidFill>
                <a:latin typeface="Pretendard"/>
              </a:rPr>
              <a:t>
</a:t>
            </a:r>
            <a:r>
              <a:rPr sz="1200" b="1" dirty="0" err="1">
                <a:solidFill>
                  <a:srgbClr val="1D2939"/>
                </a:solidFill>
                <a:latin typeface="Pretendard"/>
              </a:rPr>
              <a:t>박하늘</a:t>
            </a:r>
            <a:r>
              <a:rPr sz="1200" b="1" dirty="0">
                <a:solidFill>
                  <a:srgbClr val="1D2939"/>
                </a:solidFill>
                <a:latin typeface="Pretendard"/>
              </a:rPr>
              <a:t> · </a:t>
            </a:r>
            <a:r>
              <a:rPr sz="1200" b="1" dirty="0" err="1">
                <a:solidFill>
                  <a:srgbClr val="1D2939"/>
                </a:solidFill>
                <a:latin typeface="Pretendard"/>
              </a:rPr>
              <a:t>전채연</a:t>
            </a:r>
            <a:endParaRPr sz="1200" b="1" dirty="0">
              <a:solidFill>
                <a:srgbClr val="1D2939"/>
              </a:solidFill>
              <a:latin typeface="Pretendard"/>
            </a:endParaRP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841C2062-0A8B-4ADC-B3D9-C044102D48FF}"/>
              </a:ext>
            </a:extLst>
          </p:cNvPr>
          <p:cNvSpPr>
            <a:spLocks noGrp="1"/>
          </p:cNvSpPr>
          <p:nvPr/>
        </p:nvSpPr>
        <p:spPr>
          <a:xfrm>
            <a:off x="6035040" y="4764024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–</a:t>
            </a:r>
            <a:endParaRPr sz="120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CCE54272-3756-43DB-81C3-5D15E0105B74}"/>
              </a:ext>
            </a:extLst>
          </p:cNvPr>
          <p:cNvSpPr>
            <a:spLocks noGrp="1"/>
          </p:cNvSpPr>
          <p:nvPr/>
        </p:nvSpPr>
        <p:spPr>
          <a:xfrm>
            <a:off x="8229600" y="4764024"/>
            <a:ext cx="32918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 dirty="0" err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박하늘</a:t>
            </a:r>
            <a:r>
              <a:rPr sz="1200" b="1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200" b="1" dirty="0" err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전채연</a:t>
            </a:r>
            <a:r>
              <a:rPr sz="1200" b="1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200" b="1" dirty="0" err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최이수</a:t>
            </a:r>
            <a:r>
              <a:rPr sz="1200" b="1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
</a:t>
            </a:r>
            <a:r>
              <a:rPr sz="1200" b="1" dirty="0" err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김수민</a:t>
            </a:r>
            <a:r>
              <a:rPr sz="1200" b="1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200" b="1" dirty="0" err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이해민</a:t>
            </a:r>
            <a:endParaRPr sz="1200" dirty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E7B792B3-DDFA-4135-B1FD-C4D4F74735BD}"/>
              </a:ext>
            </a:extLst>
          </p:cNvPr>
          <p:cNvSpPr>
            <a:spLocks noGrp="1"/>
          </p:cNvSpPr>
          <p:nvPr/>
        </p:nvSpPr>
        <p:spPr>
          <a:xfrm>
            <a:off x="457200" y="6007608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BA665749-CED5-4D53-A17C-4393628DEBED}"/>
              </a:ext>
            </a:extLst>
          </p:cNvPr>
          <p:cNvSpPr>
            <a:spLocks noGrp="1"/>
          </p:cNvSpPr>
          <p:nvPr/>
        </p:nvSpPr>
        <p:spPr>
          <a:xfrm>
            <a:off x="457200" y="5385816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07.26</a:t>
            </a:r>
            <a:endParaRPr sz="12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5534D2E0-F4C4-4055-90F8-32ECF791E291}"/>
              </a:ext>
            </a:extLst>
          </p:cNvPr>
          <p:cNvSpPr>
            <a:spLocks noGrp="1"/>
          </p:cNvSpPr>
          <p:nvPr/>
        </p:nvSpPr>
        <p:spPr>
          <a:xfrm>
            <a:off x="2103120" y="5385816"/>
            <a:ext cx="7315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11</a:t>
            </a:r>
            <a:endParaRPr sz="220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BA7C40BD-3B9B-4991-B8C3-1CFA1F95ABC6}"/>
              </a:ext>
            </a:extLst>
          </p:cNvPr>
          <p:cNvSpPr>
            <a:spLocks noGrp="1"/>
          </p:cNvSpPr>
          <p:nvPr/>
        </p:nvSpPr>
        <p:spPr>
          <a:xfrm>
            <a:off x="2834640" y="5385816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–</a:t>
            </a:r>
            <a:endParaRPr sz="120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768F02DF-8794-4457-9907-789CC00D7E71}"/>
              </a:ext>
            </a:extLst>
          </p:cNvPr>
          <p:cNvSpPr>
            <a:spLocks noGrp="1"/>
          </p:cNvSpPr>
          <p:nvPr/>
        </p:nvSpPr>
        <p:spPr>
          <a:xfrm>
            <a:off x="6035040" y="5385816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–</a:t>
            </a:r>
            <a:endParaRPr sz="120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6E0B3282-506E-4B35-A415-4F5D4152D05C}"/>
              </a:ext>
            </a:extLst>
          </p:cNvPr>
          <p:cNvSpPr>
            <a:spLocks noGrp="1"/>
          </p:cNvSpPr>
          <p:nvPr/>
        </p:nvSpPr>
        <p:spPr>
          <a:xfrm>
            <a:off x="8229600" y="5385816"/>
            <a:ext cx="32918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 dirty="0" err="1">
                <a:solidFill>
                  <a:srgbClr val="1D2939"/>
                </a:solidFill>
                <a:latin typeface="Pretendard"/>
              </a:rPr>
              <a:t>최윤호</a:t>
            </a:r>
            <a:endParaRPr sz="1200" b="1" dirty="0">
              <a:solidFill>
                <a:srgbClr val="1D2939"/>
              </a:solidFill>
              <a:latin typeface="Pretendard"/>
            </a:endParaRPr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65D5421D-0B81-4E95-9EC3-48C9CDEEBEDB}"/>
              </a:ext>
            </a:extLst>
          </p:cNvPr>
          <p:cNvSpPr>
            <a:spLocks noGrp="1"/>
          </p:cNvSpPr>
          <p:nvPr/>
        </p:nvSpPr>
        <p:spPr>
          <a:xfrm>
            <a:off x="457200" y="6172200"/>
            <a:ext cx="11277295" cy="45720"/>
          </a:xfrm>
          <a:prstGeom prst="roundRect">
            <a:avLst>
              <a:gd name="adj" fmla="val 26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8819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58BEA2-0D17-4CE5-8534-1B9ED9F3088A}"/>
              </a:ext>
            </a:extLst>
          </p:cNvPr>
          <p:cNvSpPr>
            <a:spLocks noGrp="1"/>
          </p:cNvSpPr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팀 구성</a:t>
            </a:r>
            <a:endParaRPr sz="1200"/>
          </a:p>
        </p:txBody>
      </p:sp>
      <p:pic>
        <p:nvPicPr>
          <p:cNvPr id="37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8B548BB-06DD-4159-9EDD-223E2BCE5F4A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14</a:t>
            </a:r>
            <a:endParaRPr sz="1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87D056D-91FE-4870-B074-EE26A17D8884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sz="28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Presence Team Tree</a:t>
            </a:r>
            <a:endParaRPr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2753D14-ED9D-4E62-A5F1-C1E945B6FB93}"/>
              </a:ext>
            </a:extLst>
          </p:cNvPr>
          <p:cNvSpPr>
            <a:spLocks noGrp="1"/>
          </p:cNvSpPr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현재 팀 조직도 · 스프레드시트 순서와 워크북 팀명 기준</a:t>
            </a:r>
            <a:endParaRPr sz="1600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39543E82-1027-4FA6-9F51-BE9BF95F542E}"/>
              </a:ext>
            </a:extLst>
          </p:cNvPr>
          <p:cNvSpPr>
            <a:spLocks noGrp="1"/>
          </p:cNvSpPr>
          <p:nvPr/>
        </p:nvSpPr>
        <p:spPr>
          <a:xfrm>
            <a:off x="3746064" y="62087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7D55BB4B-A836-47FF-9387-63AE4ECB8FC7}"/>
              </a:ext>
            </a:extLst>
          </p:cNvPr>
          <p:cNvSpPr>
            <a:spLocks noGrp="1"/>
          </p:cNvSpPr>
          <p:nvPr/>
        </p:nvSpPr>
        <p:spPr>
          <a:xfrm>
            <a:off x="4012688" y="61722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AOP</a:t>
            </a:r>
            <a:endParaRPr sz="950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2E8207CC-A48E-4B25-8CB7-572F40810DFC}"/>
              </a:ext>
            </a:extLst>
          </p:cNvPr>
          <p:cNvSpPr>
            <a:spLocks noGrp="1"/>
          </p:cNvSpPr>
          <p:nvPr/>
        </p:nvSpPr>
        <p:spPr>
          <a:xfrm>
            <a:off x="5612688" y="62087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ABE0ACD4-7DED-42C5-822B-1E2E79B7DEBD}"/>
              </a:ext>
            </a:extLst>
          </p:cNvPr>
          <p:cNvSpPr>
            <a:spLocks noGrp="1"/>
          </p:cNvSpPr>
          <p:nvPr/>
        </p:nvSpPr>
        <p:spPr>
          <a:xfrm>
            <a:off x="5879312" y="61722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 b="1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TL / 리더</a:t>
            </a:r>
            <a:endParaRPr sz="95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879DA5A7-C9F6-4CA9-B656-F3464BBA65FC}"/>
              </a:ext>
            </a:extLst>
          </p:cNvPr>
          <p:cNvSpPr>
            <a:spLocks noGrp="1"/>
          </p:cNvSpPr>
          <p:nvPr/>
        </p:nvSpPr>
        <p:spPr>
          <a:xfrm>
            <a:off x="7479312" y="62087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9050">
            <a:solidFill>
              <a:srgbClr val="60A5F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7BEE0196-BFC3-4277-9009-9CB5D8F97EFD}"/>
              </a:ext>
            </a:extLst>
          </p:cNvPr>
          <p:cNvSpPr>
            <a:spLocks noGrp="1"/>
          </p:cNvSpPr>
          <p:nvPr/>
        </p:nvSpPr>
        <p:spPr>
          <a:xfrm>
            <a:off x="7745936" y="61722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IC</a:t>
            </a:r>
            <a:endParaRPr sz="950"/>
          </a:p>
        </p:txBody>
      </p:sp>
      <p:sp>
        <p:nvSpPr>
          <p:cNvPr id="340" name="직선 연결선[R] 339">
            <a:extLst>
              <a:ext uri="{FF2B5EF4-FFF2-40B4-BE49-F238E27FC236}">
                <a16:creationId xmlns:a16="http://schemas.microsoft.com/office/drawing/2014/main" id="{223EC40A-3102-48B3-AD11-6EECA7D80D60}"/>
              </a:ext>
            </a:extLst>
          </p:cNvPr>
          <p:cNvSpPr>
            <a:spLocks noGrp="1"/>
          </p:cNvSpPr>
          <p:nvPr/>
        </p:nvSpPr>
        <p:spPr>
          <a:xfrm>
            <a:off x="6096000" y="2590800"/>
            <a:ext cx="0" cy="228600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1" name="직선 연결선[R] 340">
            <a:extLst>
              <a:ext uri="{FF2B5EF4-FFF2-40B4-BE49-F238E27FC236}">
                <a16:creationId xmlns:a16="http://schemas.microsoft.com/office/drawing/2014/main" id="{B6B2A2DA-2374-4E11-B6B9-04852FED4E99}"/>
              </a:ext>
            </a:extLst>
          </p:cNvPr>
          <p:cNvSpPr>
            <a:spLocks noGrp="1"/>
          </p:cNvSpPr>
          <p:nvPr/>
        </p:nvSpPr>
        <p:spPr>
          <a:xfrm>
            <a:off x="2000250" y="2819400"/>
            <a:ext cx="8858250" cy="0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2" name="직선 연결선[R] 341">
            <a:extLst>
              <a:ext uri="{FF2B5EF4-FFF2-40B4-BE49-F238E27FC236}">
                <a16:creationId xmlns:a16="http://schemas.microsoft.com/office/drawing/2014/main" id="{F22CEDBC-723A-418B-86EC-AEFDC4C4EF99}"/>
              </a:ext>
            </a:extLst>
          </p:cNvPr>
          <p:cNvSpPr>
            <a:spLocks noGrp="1"/>
          </p:cNvSpPr>
          <p:nvPr/>
        </p:nvSpPr>
        <p:spPr>
          <a:xfrm>
            <a:off x="2000250" y="2819400"/>
            <a:ext cx="0" cy="180975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3" name="직선 연결선[R] 342">
            <a:extLst>
              <a:ext uri="{FF2B5EF4-FFF2-40B4-BE49-F238E27FC236}">
                <a16:creationId xmlns:a16="http://schemas.microsoft.com/office/drawing/2014/main" id="{A6C4B608-A21A-4522-A064-FB53325578D9}"/>
              </a:ext>
            </a:extLst>
          </p:cNvPr>
          <p:cNvSpPr>
            <a:spLocks noGrp="1"/>
          </p:cNvSpPr>
          <p:nvPr/>
        </p:nvSpPr>
        <p:spPr>
          <a:xfrm>
            <a:off x="6000750" y="2819400"/>
            <a:ext cx="0" cy="180975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4" name="직선 연결선[R] 343">
            <a:extLst>
              <a:ext uri="{FF2B5EF4-FFF2-40B4-BE49-F238E27FC236}">
                <a16:creationId xmlns:a16="http://schemas.microsoft.com/office/drawing/2014/main" id="{22739972-476D-4D7F-813A-80818BA0A6C7}"/>
              </a:ext>
            </a:extLst>
          </p:cNvPr>
          <p:cNvSpPr>
            <a:spLocks noGrp="1"/>
          </p:cNvSpPr>
          <p:nvPr/>
        </p:nvSpPr>
        <p:spPr>
          <a:xfrm>
            <a:off x="9144000" y="2819400"/>
            <a:ext cx="0" cy="180975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5" name="직선 연결선[R] 344">
            <a:extLst>
              <a:ext uri="{FF2B5EF4-FFF2-40B4-BE49-F238E27FC236}">
                <a16:creationId xmlns:a16="http://schemas.microsoft.com/office/drawing/2014/main" id="{2062DB80-6C87-41AD-B7A7-1BDC2D37E8F9}"/>
              </a:ext>
            </a:extLst>
          </p:cNvPr>
          <p:cNvSpPr>
            <a:spLocks noGrp="1"/>
          </p:cNvSpPr>
          <p:nvPr/>
        </p:nvSpPr>
        <p:spPr>
          <a:xfrm>
            <a:off x="10858500" y="2819400"/>
            <a:ext cx="0" cy="180975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6" name="직선 연결선[R] 345">
            <a:extLst>
              <a:ext uri="{FF2B5EF4-FFF2-40B4-BE49-F238E27FC236}">
                <a16:creationId xmlns:a16="http://schemas.microsoft.com/office/drawing/2014/main" id="{D76FD28C-A0F5-41AC-A2A2-1DF8A8078F16}"/>
              </a:ext>
            </a:extLst>
          </p:cNvPr>
          <p:cNvSpPr>
            <a:spLocks noGrp="1"/>
          </p:cNvSpPr>
          <p:nvPr/>
        </p:nvSpPr>
        <p:spPr>
          <a:xfrm>
            <a:off x="2000250" y="3476625"/>
            <a:ext cx="0" cy="142875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7" name="직선 연결선[R] 346">
            <a:extLst>
              <a:ext uri="{FF2B5EF4-FFF2-40B4-BE49-F238E27FC236}">
                <a16:creationId xmlns:a16="http://schemas.microsoft.com/office/drawing/2014/main" id="{89A1268C-1256-4347-967B-2DAE0BB75A60}"/>
              </a:ext>
            </a:extLst>
          </p:cNvPr>
          <p:cNvSpPr>
            <a:spLocks noGrp="1"/>
          </p:cNvSpPr>
          <p:nvPr/>
        </p:nvSpPr>
        <p:spPr>
          <a:xfrm>
            <a:off x="1238250" y="3619500"/>
            <a:ext cx="1524000" cy="0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8" name="직선 연결선[R] 347">
            <a:extLst>
              <a:ext uri="{FF2B5EF4-FFF2-40B4-BE49-F238E27FC236}">
                <a16:creationId xmlns:a16="http://schemas.microsoft.com/office/drawing/2014/main" id="{FB27D5D0-8690-4072-A0BD-564D9EA4DF3C}"/>
              </a:ext>
            </a:extLst>
          </p:cNvPr>
          <p:cNvSpPr>
            <a:spLocks noGrp="1"/>
          </p:cNvSpPr>
          <p:nvPr/>
        </p:nvSpPr>
        <p:spPr>
          <a:xfrm>
            <a:off x="1238250" y="3619500"/>
            <a:ext cx="0" cy="190500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9" name="직선 연결선[R] 348">
            <a:extLst>
              <a:ext uri="{FF2B5EF4-FFF2-40B4-BE49-F238E27FC236}">
                <a16:creationId xmlns:a16="http://schemas.microsoft.com/office/drawing/2014/main" id="{2B68E2DF-3B84-457F-A549-F827E569C9F7}"/>
              </a:ext>
            </a:extLst>
          </p:cNvPr>
          <p:cNvSpPr>
            <a:spLocks noGrp="1"/>
          </p:cNvSpPr>
          <p:nvPr/>
        </p:nvSpPr>
        <p:spPr>
          <a:xfrm>
            <a:off x="2762250" y="3619500"/>
            <a:ext cx="0" cy="190500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0" name="직선 연결선[R] 349">
            <a:extLst>
              <a:ext uri="{FF2B5EF4-FFF2-40B4-BE49-F238E27FC236}">
                <a16:creationId xmlns:a16="http://schemas.microsoft.com/office/drawing/2014/main" id="{3A7CDFC7-BF85-4FAA-A5DB-2E818649078C}"/>
              </a:ext>
            </a:extLst>
          </p:cNvPr>
          <p:cNvSpPr>
            <a:spLocks noGrp="1"/>
          </p:cNvSpPr>
          <p:nvPr/>
        </p:nvSpPr>
        <p:spPr>
          <a:xfrm>
            <a:off x="6000750" y="3476625"/>
            <a:ext cx="0" cy="142875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1" name="직선 연결선[R] 350">
            <a:extLst>
              <a:ext uri="{FF2B5EF4-FFF2-40B4-BE49-F238E27FC236}">
                <a16:creationId xmlns:a16="http://schemas.microsoft.com/office/drawing/2014/main" id="{D5C1B53F-E63F-4ABF-983A-17CC92A910EB}"/>
              </a:ext>
            </a:extLst>
          </p:cNvPr>
          <p:cNvSpPr>
            <a:spLocks noGrp="1"/>
          </p:cNvSpPr>
          <p:nvPr/>
        </p:nvSpPr>
        <p:spPr>
          <a:xfrm>
            <a:off x="4476750" y="3619500"/>
            <a:ext cx="3048000" cy="0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2" name="직선 연결선[R] 351">
            <a:extLst>
              <a:ext uri="{FF2B5EF4-FFF2-40B4-BE49-F238E27FC236}">
                <a16:creationId xmlns:a16="http://schemas.microsoft.com/office/drawing/2014/main" id="{99D89494-458A-442C-9478-7592D6B317B2}"/>
              </a:ext>
            </a:extLst>
          </p:cNvPr>
          <p:cNvSpPr>
            <a:spLocks noGrp="1"/>
          </p:cNvSpPr>
          <p:nvPr/>
        </p:nvSpPr>
        <p:spPr>
          <a:xfrm>
            <a:off x="4476750" y="3619500"/>
            <a:ext cx="0" cy="190500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3" name="직선 연결선[R] 352">
            <a:extLst>
              <a:ext uri="{FF2B5EF4-FFF2-40B4-BE49-F238E27FC236}">
                <a16:creationId xmlns:a16="http://schemas.microsoft.com/office/drawing/2014/main" id="{7B52B2A9-536A-4C95-8265-ED901A5B967F}"/>
              </a:ext>
            </a:extLst>
          </p:cNvPr>
          <p:cNvSpPr>
            <a:spLocks noGrp="1"/>
          </p:cNvSpPr>
          <p:nvPr/>
        </p:nvSpPr>
        <p:spPr>
          <a:xfrm>
            <a:off x="6000750" y="3619500"/>
            <a:ext cx="0" cy="190500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4" name="직선 연결선[R] 353">
            <a:extLst>
              <a:ext uri="{FF2B5EF4-FFF2-40B4-BE49-F238E27FC236}">
                <a16:creationId xmlns:a16="http://schemas.microsoft.com/office/drawing/2014/main" id="{C9D082F3-43AB-4D77-982B-1D95A8537D66}"/>
              </a:ext>
            </a:extLst>
          </p:cNvPr>
          <p:cNvSpPr>
            <a:spLocks noGrp="1"/>
          </p:cNvSpPr>
          <p:nvPr/>
        </p:nvSpPr>
        <p:spPr>
          <a:xfrm>
            <a:off x="7524750" y="3619500"/>
            <a:ext cx="0" cy="190500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5" name="직선 연결선[R] 354">
            <a:extLst>
              <a:ext uri="{FF2B5EF4-FFF2-40B4-BE49-F238E27FC236}">
                <a16:creationId xmlns:a16="http://schemas.microsoft.com/office/drawing/2014/main" id="{B90C804F-B1CC-4349-954C-7004C17DA943}"/>
              </a:ext>
            </a:extLst>
          </p:cNvPr>
          <p:cNvSpPr>
            <a:spLocks noGrp="1"/>
          </p:cNvSpPr>
          <p:nvPr/>
        </p:nvSpPr>
        <p:spPr>
          <a:xfrm>
            <a:off x="9144000" y="3476625"/>
            <a:ext cx="0" cy="333375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6" name="직선 연결선[R] 355">
            <a:extLst>
              <a:ext uri="{FF2B5EF4-FFF2-40B4-BE49-F238E27FC236}">
                <a16:creationId xmlns:a16="http://schemas.microsoft.com/office/drawing/2014/main" id="{FD7C1D4C-A716-4773-AAF0-DED3C4EBE87E}"/>
              </a:ext>
            </a:extLst>
          </p:cNvPr>
          <p:cNvSpPr>
            <a:spLocks noGrp="1"/>
          </p:cNvSpPr>
          <p:nvPr/>
        </p:nvSpPr>
        <p:spPr>
          <a:xfrm>
            <a:off x="10858500" y="3476625"/>
            <a:ext cx="0" cy="333375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7" name="직선 연결선[R] 356">
            <a:extLst>
              <a:ext uri="{FF2B5EF4-FFF2-40B4-BE49-F238E27FC236}">
                <a16:creationId xmlns:a16="http://schemas.microsoft.com/office/drawing/2014/main" id="{F3EF4FA3-F796-4A6C-86A4-2AA0FD4F613A}"/>
              </a:ext>
            </a:extLst>
          </p:cNvPr>
          <p:cNvSpPr>
            <a:spLocks noGrp="1"/>
          </p:cNvSpPr>
          <p:nvPr/>
        </p:nvSpPr>
        <p:spPr>
          <a:xfrm>
            <a:off x="4476750" y="4267200"/>
            <a:ext cx="0" cy="323850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8" name="직선 연결선[R] 357">
            <a:extLst>
              <a:ext uri="{FF2B5EF4-FFF2-40B4-BE49-F238E27FC236}">
                <a16:creationId xmlns:a16="http://schemas.microsoft.com/office/drawing/2014/main" id="{289F4977-196F-438F-8466-0D8DF589C198}"/>
              </a:ext>
            </a:extLst>
          </p:cNvPr>
          <p:cNvSpPr>
            <a:spLocks noGrp="1"/>
          </p:cNvSpPr>
          <p:nvPr/>
        </p:nvSpPr>
        <p:spPr>
          <a:xfrm>
            <a:off x="6000750" y="4267200"/>
            <a:ext cx="0" cy="323850"/>
          </a:xfrm>
          <a:prstGeom prst="line">
            <a:avLst/>
          </a:prstGeom>
          <a:ln w="11906">
            <a:solidFill>
              <a:srgbClr val="D7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9" name="모서리가 둥근 직사각형 358">
            <a:extLst>
              <a:ext uri="{FF2B5EF4-FFF2-40B4-BE49-F238E27FC236}">
                <a16:creationId xmlns:a16="http://schemas.microsoft.com/office/drawing/2014/main" id="{B3E03667-15C0-43A4-84F1-B4C9120B6C7E}"/>
              </a:ext>
            </a:extLst>
          </p:cNvPr>
          <p:cNvSpPr>
            <a:spLocks noGrp="1"/>
          </p:cNvSpPr>
          <p:nvPr/>
        </p:nvSpPr>
        <p:spPr>
          <a:xfrm>
            <a:off x="5410200" y="2190750"/>
            <a:ext cx="1371600" cy="400050"/>
          </a:xfrm>
          <a:prstGeom prst="roundRect">
            <a:avLst>
              <a:gd name="adj" fmla="val 19048"/>
            </a:avLst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임재영 AOP</a:t>
            </a:r>
          </a:p>
        </p:txBody>
      </p:sp>
      <p:sp>
        <p:nvSpPr>
          <p:cNvPr id="360" name="모서리가 둥근 직사각형 359">
            <a:extLst>
              <a:ext uri="{FF2B5EF4-FFF2-40B4-BE49-F238E27FC236}">
                <a16:creationId xmlns:a16="http://schemas.microsoft.com/office/drawing/2014/main" id="{28680D86-4008-4802-A87A-910DDF8020D2}"/>
              </a:ext>
            </a:extLst>
          </p:cNvPr>
          <p:cNvSpPr>
            <a:spLocks noGrp="1"/>
          </p:cNvSpPr>
          <p:nvPr/>
        </p:nvSpPr>
        <p:spPr>
          <a:xfrm>
            <a:off x="1333500" y="3000375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3C7CF4"/>
          </a:solidFill>
          <a:ln w="0">
            <a:solidFill>
              <a:srgbClr val="3C7CF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고윤경 TL</a:t>
            </a:r>
          </a:p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Fuse</a:t>
            </a:r>
          </a:p>
        </p:txBody>
      </p:sp>
      <p:sp>
        <p:nvSpPr>
          <p:cNvPr id="361" name="모서리가 둥근 직사각형 360">
            <a:extLst>
              <a:ext uri="{FF2B5EF4-FFF2-40B4-BE49-F238E27FC236}">
                <a16:creationId xmlns:a16="http://schemas.microsoft.com/office/drawing/2014/main" id="{7B99BE51-8EC9-4041-84C3-DEED50FEA89D}"/>
              </a:ext>
            </a:extLst>
          </p:cNvPr>
          <p:cNvSpPr>
            <a:spLocks noGrp="1"/>
          </p:cNvSpPr>
          <p:nvPr/>
        </p:nvSpPr>
        <p:spPr>
          <a:xfrm>
            <a:off x="5334000" y="3000375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3C7CF4"/>
          </a:solidFill>
          <a:ln w="0">
            <a:solidFill>
              <a:srgbClr val="3C7CF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윤채영 TL</a:t>
            </a:r>
          </a:p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Young wave</a:t>
            </a:r>
          </a:p>
        </p:txBody>
      </p:sp>
      <p:sp>
        <p:nvSpPr>
          <p:cNvPr id="362" name="모서리가 둥근 직사각형 361">
            <a:extLst>
              <a:ext uri="{FF2B5EF4-FFF2-40B4-BE49-F238E27FC236}">
                <a16:creationId xmlns:a16="http://schemas.microsoft.com/office/drawing/2014/main" id="{3DF4462E-3A37-4AE9-8A28-D30D6033DCA2}"/>
              </a:ext>
            </a:extLst>
          </p:cNvPr>
          <p:cNvSpPr>
            <a:spLocks noGrp="1"/>
          </p:cNvSpPr>
          <p:nvPr/>
        </p:nvSpPr>
        <p:spPr>
          <a:xfrm>
            <a:off x="8477250" y="3000375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5B9BFF"/>
            </a:solidFill>
            <a:prstDash val="dash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박인선 IC</a:t>
            </a:r>
          </a:p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Lumo In</a:t>
            </a:r>
          </a:p>
        </p:txBody>
      </p:sp>
      <p:sp>
        <p:nvSpPr>
          <p:cNvPr id="363" name="모서리가 둥근 직사각형 362">
            <a:extLst>
              <a:ext uri="{FF2B5EF4-FFF2-40B4-BE49-F238E27FC236}">
                <a16:creationId xmlns:a16="http://schemas.microsoft.com/office/drawing/2014/main" id="{FAA889E9-BD0F-49DE-81A0-9EDE7A779215}"/>
              </a:ext>
            </a:extLst>
          </p:cNvPr>
          <p:cNvSpPr>
            <a:spLocks noGrp="1"/>
          </p:cNvSpPr>
          <p:nvPr/>
        </p:nvSpPr>
        <p:spPr>
          <a:xfrm>
            <a:off x="10191750" y="3000375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5B9BFF"/>
            </a:solidFill>
            <a:prstDash val="dash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간승학 IC</a:t>
            </a:r>
          </a:p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Kangee</a:t>
            </a:r>
          </a:p>
        </p:txBody>
      </p:sp>
      <p:sp>
        <p:nvSpPr>
          <p:cNvPr id="364" name="모서리가 둥근 직사각형 363">
            <a:extLst>
              <a:ext uri="{FF2B5EF4-FFF2-40B4-BE49-F238E27FC236}">
                <a16:creationId xmlns:a16="http://schemas.microsoft.com/office/drawing/2014/main" id="{5A2BAAC7-2F20-4027-B8B4-6F7AB204B0DA}"/>
              </a:ext>
            </a:extLst>
          </p:cNvPr>
          <p:cNvSpPr>
            <a:spLocks noGrp="1"/>
          </p:cNvSpPr>
          <p:nvPr/>
        </p:nvSpPr>
        <p:spPr>
          <a:xfrm>
            <a:off x="571500" y="3810000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3C7CF4"/>
          </a:solidFill>
          <a:ln w="0">
            <a:solidFill>
              <a:srgbClr val="3C7CF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권영웅 리더</a:t>
            </a:r>
          </a:p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Fuse</a:t>
            </a:r>
          </a:p>
        </p:txBody>
      </p:sp>
      <p:sp>
        <p:nvSpPr>
          <p:cNvPr id="365" name="모서리가 둥근 직사각형 364">
            <a:extLst>
              <a:ext uri="{FF2B5EF4-FFF2-40B4-BE49-F238E27FC236}">
                <a16:creationId xmlns:a16="http://schemas.microsoft.com/office/drawing/2014/main" id="{7C6190FF-D532-43CE-AC43-62A9C491AA91}"/>
              </a:ext>
            </a:extLst>
          </p:cNvPr>
          <p:cNvSpPr>
            <a:spLocks noGrp="1"/>
          </p:cNvSpPr>
          <p:nvPr/>
        </p:nvSpPr>
        <p:spPr>
          <a:xfrm>
            <a:off x="2095500" y="3810000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3C7CF4"/>
          </a:solidFill>
          <a:ln w="0">
            <a:solidFill>
              <a:srgbClr val="3C7CF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김하진 리더</a:t>
            </a:r>
          </a:p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Fuse</a:t>
            </a:r>
          </a:p>
        </p:txBody>
      </p:sp>
      <p:sp>
        <p:nvSpPr>
          <p:cNvPr id="366" name="모서리가 둥근 직사각형 365">
            <a:extLst>
              <a:ext uri="{FF2B5EF4-FFF2-40B4-BE49-F238E27FC236}">
                <a16:creationId xmlns:a16="http://schemas.microsoft.com/office/drawing/2014/main" id="{73AEB7F2-10F6-4F76-95FC-A4C37FB007F6}"/>
              </a:ext>
            </a:extLst>
          </p:cNvPr>
          <p:cNvSpPr>
            <a:spLocks noGrp="1"/>
          </p:cNvSpPr>
          <p:nvPr/>
        </p:nvSpPr>
        <p:spPr>
          <a:xfrm>
            <a:off x="3810000" y="3810000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3C7CF4"/>
          </a:solidFill>
          <a:ln w="0">
            <a:solidFill>
              <a:srgbClr val="3C7CF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손예진 리더</a:t>
            </a:r>
          </a:p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Blin</a:t>
            </a:r>
          </a:p>
        </p:txBody>
      </p:sp>
      <p:sp>
        <p:nvSpPr>
          <p:cNvPr id="367" name="모서리가 둥근 직사각형 366">
            <a:extLst>
              <a:ext uri="{FF2B5EF4-FFF2-40B4-BE49-F238E27FC236}">
                <a16:creationId xmlns:a16="http://schemas.microsoft.com/office/drawing/2014/main" id="{B8726A61-5B0B-4BDD-94A5-570D5EEF4193}"/>
              </a:ext>
            </a:extLst>
          </p:cNvPr>
          <p:cNvSpPr>
            <a:spLocks noGrp="1"/>
          </p:cNvSpPr>
          <p:nvPr/>
        </p:nvSpPr>
        <p:spPr>
          <a:xfrm>
            <a:off x="5334000" y="3810000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3C7CF4"/>
          </a:solidFill>
          <a:ln w="0">
            <a:solidFill>
              <a:srgbClr val="3C7CF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민병준 리더</a:t>
            </a:r>
          </a:p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Young wave</a:t>
            </a:r>
          </a:p>
        </p:txBody>
      </p:sp>
      <p:sp>
        <p:nvSpPr>
          <p:cNvPr id="368" name="모서리가 둥근 직사각형 367">
            <a:extLst>
              <a:ext uri="{FF2B5EF4-FFF2-40B4-BE49-F238E27FC236}">
                <a16:creationId xmlns:a16="http://schemas.microsoft.com/office/drawing/2014/main" id="{A06C74A0-1F6A-434D-AA3D-AA70CFE8A390}"/>
              </a:ext>
            </a:extLst>
          </p:cNvPr>
          <p:cNvSpPr>
            <a:spLocks noGrp="1"/>
          </p:cNvSpPr>
          <p:nvPr/>
        </p:nvSpPr>
        <p:spPr>
          <a:xfrm>
            <a:off x="6858000" y="3810000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5B9BFF"/>
            </a:solidFill>
            <a:prstDash val="dash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975" b="1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황혜진</a:t>
            </a:r>
            <a:r>
              <a:rPr sz="975" b="1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 IC</a:t>
            </a:r>
          </a:p>
        </p:txBody>
      </p:sp>
      <p:sp>
        <p:nvSpPr>
          <p:cNvPr id="369" name="모서리가 둥근 직사각형 368">
            <a:extLst>
              <a:ext uri="{FF2B5EF4-FFF2-40B4-BE49-F238E27FC236}">
                <a16:creationId xmlns:a16="http://schemas.microsoft.com/office/drawing/2014/main" id="{103CAF2B-C1A5-4DD1-8553-36FA21408D52}"/>
              </a:ext>
            </a:extLst>
          </p:cNvPr>
          <p:cNvSpPr>
            <a:spLocks noGrp="1"/>
          </p:cNvSpPr>
          <p:nvPr/>
        </p:nvSpPr>
        <p:spPr>
          <a:xfrm>
            <a:off x="8477250" y="3810000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5B9BFF"/>
            </a:solidFill>
            <a:prstDash val="dash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NEW IC</a:t>
            </a:r>
          </a:p>
        </p:txBody>
      </p:sp>
      <p:sp>
        <p:nvSpPr>
          <p:cNvPr id="370" name="모서리가 둥근 직사각형 369">
            <a:extLst>
              <a:ext uri="{FF2B5EF4-FFF2-40B4-BE49-F238E27FC236}">
                <a16:creationId xmlns:a16="http://schemas.microsoft.com/office/drawing/2014/main" id="{181D4797-C39F-4058-82B1-DDC2A0A82FF9}"/>
              </a:ext>
            </a:extLst>
          </p:cNvPr>
          <p:cNvSpPr>
            <a:spLocks noGrp="1"/>
          </p:cNvSpPr>
          <p:nvPr/>
        </p:nvSpPr>
        <p:spPr>
          <a:xfrm>
            <a:off x="10191750" y="3810000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5B9BFF"/>
            </a:solidFill>
            <a:prstDash val="dash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이윤성 IC</a:t>
            </a:r>
          </a:p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Kangee</a:t>
            </a:r>
          </a:p>
        </p:txBody>
      </p:sp>
      <p:sp>
        <p:nvSpPr>
          <p:cNvPr id="371" name="모서리가 둥근 직사각형 370">
            <a:extLst>
              <a:ext uri="{FF2B5EF4-FFF2-40B4-BE49-F238E27FC236}">
                <a16:creationId xmlns:a16="http://schemas.microsoft.com/office/drawing/2014/main" id="{54E9BB84-B26A-47EA-8B14-3AB38FD21CC5}"/>
              </a:ext>
            </a:extLst>
          </p:cNvPr>
          <p:cNvSpPr>
            <a:spLocks noGrp="1"/>
          </p:cNvSpPr>
          <p:nvPr/>
        </p:nvSpPr>
        <p:spPr>
          <a:xfrm>
            <a:off x="3810000" y="4591050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5B9BFF"/>
            </a:solidFill>
            <a:prstDash val="dash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975" b="1" dirty="0" err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곽나경</a:t>
            </a:r>
            <a:r>
              <a:rPr sz="975" b="1" dirty="0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 IC</a:t>
            </a:r>
          </a:p>
        </p:txBody>
      </p:sp>
      <p:sp>
        <p:nvSpPr>
          <p:cNvPr id="372" name="모서리가 둥근 직사각형 371">
            <a:extLst>
              <a:ext uri="{FF2B5EF4-FFF2-40B4-BE49-F238E27FC236}">
                <a16:creationId xmlns:a16="http://schemas.microsoft.com/office/drawing/2014/main" id="{AB954576-1DBF-4F7F-A039-86FFA0EB810E}"/>
              </a:ext>
            </a:extLst>
          </p:cNvPr>
          <p:cNvSpPr>
            <a:spLocks noGrp="1"/>
          </p:cNvSpPr>
          <p:nvPr/>
        </p:nvSpPr>
        <p:spPr>
          <a:xfrm>
            <a:off x="5334000" y="4591050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5B9BFF"/>
            </a:solidFill>
            <a:prstDash val="dash"/>
          </a:ln>
        </p:spPr>
        <p:txBody>
          <a:bodyPr anchor="ctr">
            <a:normAutofit/>
          </a:bodyPr>
          <a:lstStyle/>
          <a:p>
            <a:pPr algn="ctr">
              <a:buNone/>
              <a:def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이수민 IC</a:t>
            </a:r>
          </a:p>
        </p:txBody>
      </p:sp>
    </p:spTree>
    <p:extLst>
      <p:ext uri="{BB962C8B-B14F-4D97-AF65-F5344CB8AC3E}">
        <p14:creationId xmlns:p14="http://schemas.microsoft.com/office/powerpoint/2010/main" val="365309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D62F7BA-0427-428C-AD7D-E17FC9DB43F6}"/>
              </a:ext>
            </a:extLst>
          </p:cNvPr>
          <p:cNvSpPr>
            <a:spLocks noGrp="1"/>
          </p:cNvSpPr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프로모션 계획</a:t>
            </a:r>
            <a:endParaRPr sz="1200"/>
          </a:p>
        </p:txBody>
      </p:sp>
      <p:pic>
        <p:nvPicPr>
          <p:cNvPr id="4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C7D84AE-A1F8-400F-9F73-122700E5E5E7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15</a:t>
            </a:r>
            <a:endParaRPr sz="1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D572A59-C8E3-4E7A-834B-70DD07379E68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sz="28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팀 성장 &amp; 프로모션 플랜</a:t>
            </a:r>
            <a:endParaRPr sz="3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C42C774-6384-49BD-9CAE-A70626A32FBD}"/>
              </a:ext>
            </a:extLst>
          </p:cNvPr>
          <p:cNvSpPr>
            <a:spLocks noGrp="1"/>
          </p:cNvSpPr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sz="135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New IC 유입부터 LR·TL·AOP·OP</a:t>
            </a:r>
            <a:endParaRPr sz="16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04B0A0F-FDFE-4CF3-A3BF-F3A16460334C}"/>
              </a:ext>
            </a:extLst>
          </p:cNvPr>
          <p:cNvSpPr>
            <a:spLocks noGrp="1"/>
          </p:cNvSpPr>
          <p:nvPr/>
        </p:nvSpPr>
        <p:spPr>
          <a:xfrm>
            <a:off x="457200" y="2258568"/>
            <a:ext cx="11277295" cy="1005840"/>
          </a:xfrm>
          <a:prstGeom prst="roundRect">
            <a:avLst>
              <a:gd name="adj" fmla="val 1181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EDC0191-5B42-46FE-A200-2F1C9E47399A}"/>
              </a:ext>
            </a:extLst>
          </p:cNvPr>
          <p:cNvSpPr>
            <a:spLocks noGrp="1"/>
          </p:cNvSpPr>
          <p:nvPr/>
        </p:nvSpPr>
        <p:spPr>
          <a:xfrm>
            <a:off x="731520" y="235000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5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프로모션</a:t>
            </a:r>
            <a:endParaRPr sz="2000">
              <a:solidFill>
                <a:schemeClr val="bg1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5BBDD33-B810-454D-AA60-942864077AD0}"/>
              </a:ext>
            </a:extLst>
          </p:cNvPr>
          <p:cNvSpPr>
            <a:spLocks noGrp="1"/>
          </p:cNvSpPr>
          <p:nvPr/>
        </p:nvSpPr>
        <p:spPr>
          <a:xfrm>
            <a:off x="731520" y="2788920"/>
            <a:ext cx="9144000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75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NEW IC → LR → TL → AOP → OP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D36A519-CE51-4D70-82CE-2F808AC96CE6}"/>
              </a:ext>
            </a:extLst>
          </p:cNvPr>
          <p:cNvSpPr>
            <a:spLocks noGrp="1"/>
          </p:cNvSpPr>
          <p:nvPr/>
        </p:nvSpPr>
        <p:spPr>
          <a:xfrm>
            <a:off x="457200" y="3401568"/>
            <a:ext cx="367985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02B2AAD-6200-4CD8-A2C8-F9EBD7975C4C}"/>
              </a:ext>
            </a:extLst>
          </p:cNvPr>
          <p:cNvSpPr>
            <a:spLocks noGrp="1"/>
          </p:cNvSpPr>
          <p:nvPr/>
        </p:nvSpPr>
        <p:spPr>
          <a:xfrm>
            <a:off x="640080" y="3547872"/>
            <a:ext cx="3314090" cy="274320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D4A5D97-91CD-4F7F-B0FA-68C90019BE18}"/>
              </a:ext>
            </a:extLst>
          </p:cNvPr>
          <p:cNvSpPr>
            <a:spLocks noGrp="1"/>
          </p:cNvSpPr>
          <p:nvPr/>
        </p:nvSpPr>
        <p:spPr>
          <a:xfrm>
            <a:off x="640080" y="3547872"/>
            <a:ext cx="331409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2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NEW IC</a:t>
            </a:r>
            <a:endParaRPr sz="10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3A14123-B619-44F6-8AC1-071A3DD9266D}"/>
              </a:ext>
            </a:extLst>
          </p:cNvPr>
          <p:cNvSpPr>
            <a:spLocks noGrp="1"/>
          </p:cNvSpPr>
          <p:nvPr/>
        </p:nvSpPr>
        <p:spPr>
          <a:xfrm>
            <a:off x="640080" y="3922776"/>
            <a:ext cx="331409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목표</a:t>
            </a:r>
            <a:endParaRPr sz="9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6E5A927-B89B-4408-9516-05BC2D75210C}"/>
              </a:ext>
            </a:extLst>
          </p:cNvPr>
          <p:cNvSpPr>
            <a:spLocks noGrp="1"/>
          </p:cNvSpPr>
          <p:nvPr/>
        </p:nvSpPr>
        <p:spPr>
          <a:xfrm>
            <a:off x="640080" y="4105656"/>
            <a:ext cx="331409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월 2명 유입</a:t>
            </a:r>
            <a:endParaRPr sz="10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F496458B-EB4F-4EA5-ABB0-15568AFE8901}"/>
              </a:ext>
            </a:extLst>
          </p:cNvPr>
          <p:cNvSpPr>
            <a:spLocks noGrp="1"/>
          </p:cNvSpPr>
          <p:nvPr/>
        </p:nvSpPr>
        <p:spPr>
          <a:xfrm>
            <a:off x="658368" y="4535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673DE09-C6BE-42C0-8C40-774593106E34}"/>
              </a:ext>
            </a:extLst>
          </p:cNvPr>
          <p:cNvSpPr>
            <a:spLocks noGrp="1"/>
          </p:cNvSpPr>
          <p:nvPr/>
        </p:nvSpPr>
        <p:spPr>
          <a:xfrm>
            <a:off x="804672" y="4462272"/>
            <a:ext cx="317693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채널·콜링·추천 주간 관리</a:t>
            </a:r>
            <a:endParaRPr sz="100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804D583-D517-4D56-B068-CF352F0A81DF}"/>
              </a:ext>
            </a:extLst>
          </p:cNvPr>
          <p:cNvSpPr>
            <a:spLocks noGrp="1"/>
          </p:cNvSpPr>
          <p:nvPr/>
        </p:nvSpPr>
        <p:spPr>
          <a:xfrm>
            <a:off x="2991060" y="3555820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CBCF62E-2572-477A-AE84-229BE4C241DE}"/>
              </a:ext>
            </a:extLst>
          </p:cNvPr>
          <p:cNvSpPr>
            <a:spLocks noGrp="1"/>
          </p:cNvSpPr>
          <p:nvPr/>
        </p:nvSpPr>
        <p:spPr>
          <a:xfrm>
            <a:off x="3008152" y="3563768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5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8월</a:t>
            </a:r>
            <a:endParaRPr sz="100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5884BFE-12E7-422C-87F0-29ABC54A4A7D}"/>
              </a:ext>
            </a:extLst>
          </p:cNvPr>
          <p:cNvSpPr>
            <a:spLocks noGrp="1"/>
          </p:cNvSpPr>
          <p:nvPr/>
        </p:nvSpPr>
        <p:spPr>
          <a:xfrm>
            <a:off x="4255922" y="3401568"/>
            <a:ext cx="367985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0C96FD1-4FA6-4D42-A485-114153A8E79D}"/>
              </a:ext>
            </a:extLst>
          </p:cNvPr>
          <p:cNvSpPr>
            <a:spLocks noGrp="1"/>
          </p:cNvSpPr>
          <p:nvPr/>
        </p:nvSpPr>
        <p:spPr>
          <a:xfrm>
            <a:off x="4438802" y="3547872"/>
            <a:ext cx="3314090" cy="274320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CCED9ED-B271-4480-9EDF-35C45EBE2B5F}"/>
              </a:ext>
            </a:extLst>
          </p:cNvPr>
          <p:cNvSpPr>
            <a:spLocks noGrp="1"/>
          </p:cNvSpPr>
          <p:nvPr/>
        </p:nvSpPr>
        <p:spPr>
          <a:xfrm>
            <a:off x="4438802" y="3547872"/>
            <a:ext cx="331409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2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IC → LR / TL</a:t>
            </a:r>
            <a:endParaRPr sz="10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A3689F9-B743-47AF-99D0-76C9747E08CF}"/>
              </a:ext>
            </a:extLst>
          </p:cNvPr>
          <p:cNvSpPr>
            <a:spLocks noGrp="1"/>
          </p:cNvSpPr>
          <p:nvPr/>
        </p:nvSpPr>
        <p:spPr>
          <a:xfrm>
            <a:off x="4438802" y="3922776"/>
            <a:ext cx="331409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목표</a:t>
            </a:r>
            <a:endParaRPr sz="9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DA37281-4885-42B1-ABD4-175962EB0C32}"/>
              </a:ext>
            </a:extLst>
          </p:cNvPr>
          <p:cNvSpPr>
            <a:spLocks noGrp="1"/>
          </p:cNvSpPr>
          <p:nvPr/>
        </p:nvSpPr>
        <p:spPr>
          <a:xfrm>
            <a:off x="4438802" y="4105656"/>
            <a:ext cx="331409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4주 리테인</a:t>
            </a:r>
            <a:endParaRPr sz="10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9B5D66D4-4FD7-4C20-9AF9-F14168E05D5F}"/>
              </a:ext>
            </a:extLst>
          </p:cNvPr>
          <p:cNvSpPr>
            <a:spLocks noGrp="1"/>
          </p:cNvSpPr>
          <p:nvPr/>
        </p:nvSpPr>
        <p:spPr>
          <a:xfrm>
            <a:off x="4457090" y="4535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FDBA6D25-0E98-4A3C-999A-9E01D3F4E2B0}"/>
              </a:ext>
            </a:extLst>
          </p:cNvPr>
          <p:cNvSpPr>
            <a:spLocks noGrp="1"/>
          </p:cNvSpPr>
          <p:nvPr/>
        </p:nvSpPr>
        <p:spPr>
          <a:xfrm>
            <a:off x="4603394" y="4462272"/>
            <a:ext cx="317693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Field Days·Sales·AVG 체크</a:t>
            </a:r>
            <a:endParaRPr sz="10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F38AD7DC-4DC3-4603-9C71-B76367E04146}"/>
              </a:ext>
            </a:extLst>
          </p:cNvPr>
          <p:cNvSpPr>
            <a:spLocks noGrp="1"/>
          </p:cNvSpPr>
          <p:nvPr/>
        </p:nvSpPr>
        <p:spPr>
          <a:xfrm>
            <a:off x="6781237" y="3555820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33DBAA09-B360-43E8-96EB-03A4D9AC199C}"/>
              </a:ext>
            </a:extLst>
          </p:cNvPr>
          <p:cNvSpPr>
            <a:spLocks noGrp="1"/>
          </p:cNvSpPr>
          <p:nvPr/>
        </p:nvSpPr>
        <p:spPr>
          <a:xfrm>
            <a:off x="6826956" y="3564793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5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4주</a:t>
            </a:r>
            <a:endParaRPr sz="10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98464D58-D816-4E3C-9264-271E5E07B56E}"/>
              </a:ext>
            </a:extLst>
          </p:cNvPr>
          <p:cNvSpPr>
            <a:spLocks noGrp="1"/>
          </p:cNvSpPr>
          <p:nvPr/>
        </p:nvSpPr>
        <p:spPr>
          <a:xfrm>
            <a:off x="8054645" y="3401568"/>
            <a:ext cx="367985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31DC3D94-F437-492A-83EA-CC5AEB17C0A8}"/>
              </a:ext>
            </a:extLst>
          </p:cNvPr>
          <p:cNvSpPr>
            <a:spLocks noGrp="1"/>
          </p:cNvSpPr>
          <p:nvPr/>
        </p:nvSpPr>
        <p:spPr>
          <a:xfrm>
            <a:off x="8237525" y="3547872"/>
            <a:ext cx="3314090" cy="274320"/>
          </a:xfrm>
          <a:prstGeom prst="roundRect">
            <a:avLst>
              <a:gd name="adj" fmla="val 26667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7B544872-1C65-4B99-BF53-F48265C9E881}"/>
              </a:ext>
            </a:extLst>
          </p:cNvPr>
          <p:cNvSpPr>
            <a:spLocks noGrp="1"/>
          </p:cNvSpPr>
          <p:nvPr/>
        </p:nvSpPr>
        <p:spPr>
          <a:xfrm>
            <a:off x="8237525" y="3547872"/>
            <a:ext cx="331409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25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TL → AOP / OP</a:t>
            </a:r>
            <a:endParaRPr sz="10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9E1E203C-81BB-4A83-9F56-7EF8DA78D017}"/>
              </a:ext>
            </a:extLst>
          </p:cNvPr>
          <p:cNvSpPr>
            <a:spLocks noGrp="1"/>
          </p:cNvSpPr>
          <p:nvPr/>
        </p:nvSpPr>
        <p:spPr>
          <a:xfrm>
            <a:off x="8237525" y="3922776"/>
            <a:ext cx="331409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목표</a:t>
            </a:r>
            <a:endParaRPr sz="9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489C1E9-A83F-4B03-9B9D-849F23C03509}"/>
              </a:ext>
            </a:extLst>
          </p:cNvPr>
          <p:cNvSpPr>
            <a:spLocks noGrp="1"/>
          </p:cNvSpPr>
          <p:nvPr/>
        </p:nvSpPr>
        <p:spPr>
          <a:xfrm>
            <a:off x="8237525" y="4105656"/>
            <a:ext cx="331409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월 1회 리뷰</a:t>
            </a:r>
            <a:endParaRPr sz="10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07133431-F7EB-4C5B-B57B-2C35DCD681A5}"/>
              </a:ext>
            </a:extLst>
          </p:cNvPr>
          <p:cNvSpPr>
            <a:spLocks noGrp="1"/>
          </p:cNvSpPr>
          <p:nvPr/>
        </p:nvSpPr>
        <p:spPr>
          <a:xfrm>
            <a:off x="8255813" y="4535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550771ED-182E-4AAC-8DB6-D6CAE07D6444}"/>
              </a:ext>
            </a:extLst>
          </p:cNvPr>
          <p:cNvSpPr>
            <a:spLocks noGrp="1"/>
          </p:cNvSpPr>
          <p:nvPr/>
        </p:nvSpPr>
        <p:spPr>
          <a:xfrm>
            <a:off x="8402117" y="4462272"/>
            <a:ext cx="317693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25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팀 빌더·인컴·리쿠르팅 점검</a:t>
            </a:r>
            <a:endParaRPr sz="100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F3E5C855-9763-48B0-B599-8C63DB970248}"/>
              </a:ext>
            </a:extLst>
          </p:cNvPr>
          <p:cNvSpPr>
            <a:spLocks noGrp="1"/>
          </p:cNvSpPr>
          <p:nvPr/>
        </p:nvSpPr>
        <p:spPr>
          <a:xfrm>
            <a:off x="10579959" y="3555820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DE658EAB-F9A9-45FE-9E66-FDBCDD6D3E80}"/>
              </a:ext>
            </a:extLst>
          </p:cNvPr>
          <p:cNvSpPr>
            <a:spLocks noGrp="1"/>
          </p:cNvSpPr>
          <p:nvPr/>
        </p:nvSpPr>
        <p:spPr>
          <a:xfrm>
            <a:off x="10579959" y="3555820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5" b="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월 1회</a:t>
            </a:r>
            <a:endParaRPr sz="100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EB0A40EF-C11F-4578-B7C0-6322A058E105}"/>
              </a:ext>
            </a:extLst>
          </p:cNvPr>
          <p:cNvSpPr>
            <a:spLocks noGrp="1"/>
          </p:cNvSpPr>
          <p:nvPr/>
        </p:nvSpPr>
        <p:spPr>
          <a:xfrm>
            <a:off x="457200" y="5074920"/>
            <a:ext cx="11277295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64C21875-275E-4CA2-AD14-9FEA2E509B11}"/>
              </a:ext>
            </a:extLst>
          </p:cNvPr>
          <p:cNvSpPr>
            <a:spLocks noGrp="1"/>
          </p:cNvSpPr>
          <p:nvPr/>
        </p:nvSpPr>
        <p:spPr>
          <a:xfrm>
            <a:off x="685800" y="518464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8월 공통 액션</a:t>
            </a:r>
            <a:endParaRPr sz="130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478EDD6F-8DE2-4EC4-B688-E1F8AF52F709}"/>
              </a:ext>
            </a:extLst>
          </p:cNvPr>
          <p:cNvSpPr>
            <a:spLocks noGrp="1"/>
          </p:cNvSpPr>
          <p:nvPr/>
        </p:nvSpPr>
        <p:spPr>
          <a:xfrm>
            <a:off x="685800" y="5513832"/>
            <a:ext cx="2636444" cy="612648"/>
          </a:xfrm>
          <a:prstGeom prst="roundRect">
            <a:avLst>
              <a:gd name="adj" fmla="val 1492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DF217C49-663C-415A-812E-403414F066CF}"/>
              </a:ext>
            </a:extLst>
          </p:cNvPr>
          <p:cNvSpPr>
            <a:spLocks noGrp="1"/>
          </p:cNvSpPr>
          <p:nvPr/>
        </p:nvSpPr>
        <p:spPr>
          <a:xfrm>
            <a:off x="822960" y="5550408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sz="12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NEW IC 후보 월 5명</a:t>
            </a:r>
            <a:endParaRPr sz="1050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02B50EA8-5AC0-4EED-A4C4-F3B2AA1EE371}"/>
              </a:ext>
            </a:extLst>
          </p:cNvPr>
          <p:cNvSpPr>
            <a:spLocks noGrp="1"/>
          </p:cNvSpPr>
          <p:nvPr/>
        </p:nvSpPr>
        <p:spPr>
          <a:xfrm>
            <a:off x="3505124" y="5513832"/>
            <a:ext cx="2636444" cy="612648"/>
          </a:xfrm>
          <a:prstGeom prst="roundRect">
            <a:avLst>
              <a:gd name="adj" fmla="val 1492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C0C6A4E9-31AB-4DEB-A71E-ACAB84C79048}"/>
              </a:ext>
            </a:extLst>
          </p:cNvPr>
          <p:cNvSpPr>
            <a:spLocks noGrp="1"/>
          </p:cNvSpPr>
          <p:nvPr/>
        </p:nvSpPr>
        <p:spPr>
          <a:xfrm>
            <a:off x="3642284" y="5550408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sz="12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리더 2주 리더힛 타겟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sz="1200" b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보너스 활용</a:t>
            </a:r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3D73CA3E-0C10-4DDC-BFB2-55C37F2896B4}"/>
              </a:ext>
            </a:extLst>
          </p:cNvPr>
          <p:cNvSpPr>
            <a:spLocks noGrp="1"/>
          </p:cNvSpPr>
          <p:nvPr/>
        </p:nvSpPr>
        <p:spPr>
          <a:xfrm>
            <a:off x="6324448" y="5513832"/>
            <a:ext cx="2636444" cy="612648"/>
          </a:xfrm>
          <a:prstGeom prst="roundRect">
            <a:avLst>
              <a:gd name="adj" fmla="val 1492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780BFE19-65C4-4924-8851-469C49961CFA}"/>
              </a:ext>
            </a:extLst>
          </p:cNvPr>
          <p:cNvSpPr>
            <a:spLocks noGrp="1"/>
          </p:cNvSpPr>
          <p:nvPr/>
        </p:nvSpPr>
        <p:spPr>
          <a:xfrm>
            <a:off x="6461608" y="5550408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sz="12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직급별 워크북 제작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sz="12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 IC·LR·TL·AOP</a:t>
            </a:r>
            <a:endParaRPr sz="1050"/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C66B3374-F9E1-4A64-A339-D5E4A49B8AEF}"/>
              </a:ext>
            </a:extLst>
          </p:cNvPr>
          <p:cNvSpPr>
            <a:spLocks noGrp="1"/>
          </p:cNvSpPr>
          <p:nvPr/>
        </p:nvSpPr>
        <p:spPr>
          <a:xfrm>
            <a:off x="9143771" y="5513832"/>
            <a:ext cx="2636444" cy="612648"/>
          </a:xfrm>
          <a:prstGeom prst="roundRect">
            <a:avLst>
              <a:gd name="adj" fmla="val 1492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0C8D0507-4F7B-4430-8761-F5B359678405}"/>
              </a:ext>
            </a:extLst>
          </p:cNvPr>
          <p:cNvSpPr>
            <a:spLocks noGrp="1"/>
          </p:cNvSpPr>
          <p:nvPr/>
        </p:nvSpPr>
        <p:spPr>
          <a:xfrm>
            <a:off x="9280931" y="5550408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sz="1200" b="1">
                <a:solidFill>
                  <a:srgbClr val="1D2939"/>
                </a:solidFill>
                <a:latin typeface="Pretendard"/>
                <a:ea typeface="Pretendard"/>
                <a:cs typeface="Pretendard"/>
              </a:rPr>
              <a:t>장기 경로: OP·OWNER</a:t>
            </a:r>
          </a:p>
        </p:txBody>
      </p:sp>
    </p:spTree>
    <p:extLst>
      <p:ext uri="{BB962C8B-B14F-4D97-AF65-F5344CB8AC3E}">
        <p14:creationId xmlns:p14="http://schemas.microsoft.com/office/powerpoint/2010/main" val="1905635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7DF887A-1887-4B7D-BFA0-A1AE8562F4D8}"/>
              </a:ext>
            </a:extLst>
          </p:cNvPr>
          <p:cNvSpPr>
            <a:spLocks noGrp="1"/>
          </p:cNvSpPr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7월 운영 요약</a:t>
            </a:r>
            <a:endParaRPr sz="56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A916991-60F9-4A27-9908-520FE009C2B0}"/>
              </a:ext>
            </a:extLst>
          </p:cNvPr>
          <p:cNvSpPr>
            <a:spLocks noGrp="1"/>
          </p:cNvSpPr>
          <p:nvPr/>
        </p:nvSpPr>
        <p:spPr>
          <a:xfrm>
            <a:off x="1371600" y="3337560"/>
            <a:ext cx="94484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Presence Team · 임재영 AOP</a:t>
            </a:r>
            <a:endParaRPr sz="18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8B641C9-029D-467F-9A57-D640FCC368FF}"/>
              </a:ext>
            </a:extLst>
          </p:cNvPr>
          <p:cNvSpPr>
            <a:spLocks noGrp="1"/>
          </p:cNvSpPr>
          <p:nvPr/>
        </p:nvSpPr>
        <p:spPr>
          <a:xfrm>
            <a:off x="1828800" y="4023360"/>
            <a:ext cx="8534095" cy="1737360"/>
          </a:xfrm>
          <a:prstGeom prst="roundRect">
            <a:avLst>
              <a:gd name="adj" fmla="val 9474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114CE13-D8C1-4F1F-B08F-A77319F085C0}"/>
              </a:ext>
            </a:extLst>
          </p:cNvPr>
          <p:cNvSpPr>
            <a:spLocks noGrp="1"/>
          </p:cNvSpPr>
          <p:nvPr/>
        </p:nvSpPr>
        <p:spPr>
          <a:xfrm>
            <a:off x="2103120" y="4187952"/>
            <a:ext cx="19202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260pcs</a:t>
            </a:r>
            <a:endParaRPr sz="22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70F8BBD-0138-4D44-B388-7851F39C6158}"/>
              </a:ext>
            </a:extLst>
          </p:cNvPr>
          <p:cNvSpPr>
            <a:spLocks noGrp="1"/>
          </p:cNvSpPr>
          <p:nvPr/>
        </p:nvSpPr>
        <p:spPr>
          <a:xfrm>
            <a:off x="2103120" y="48463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총 세일즈</a:t>
            </a:r>
            <a:endParaRPr sz="11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79831A0-4E9F-4B5A-B166-31F2075400D4}"/>
              </a:ext>
            </a:extLst>
          </p:cNvPr>
          <p:cNvSpPr>
            <a:spLocks noGrp="1"/>
          </p:cNvSpPr>
          <p:nvPr/>
        </p:nvSpPr>
        <p:spPr>
          <a:xfrm>
            <a:off x="4206240" y="4187952"/>
            <a:ext cx="19202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₩22,394,777</a:t>
            </a:r>
            <a:endParaRPr sz="22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E6991E3-43D3-466C-8DDB-BCE565BEB33A}"/>
              </a:ext>
            </a:extLst>
          </p:cNvPr>
          <p:cNvSpPr>
            <a:spLocks noGrp="1"/>
          </p:cNvSpPr>
          <p:nvPr/>
        </p:nvSpPr>
        <p:spPr>
          <a:xfrm>
            <a:off x="4206240" y="48463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Total Income</a:t>
            </a:r>
            <a:endParaRPr sz="11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17ECF80-3DF6-49E5-921B-7F25D611E7D8}"/>
              </a:ext>
            </a:extLst>
          </p:cNvPr>
          <p:cNvSpPr>
            <a:spLocks noGrp="1"/>
          </p:cNvSpPr>
          <p:nvPr/>
        </p:nvSpPr>
        <p:spPr>
          <a:xfrm>
            <a:off x="6309360" y="4187952"/>
            <a:ext cx="19202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AVG 1.25</a:t>
            </a:r>
            <a:endParaRPr sz="22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A18B453-F510-4766-AF29-ABAABFEB649C}"/>
              </a:ext>
            </a:extLst>
          </p:cNvPr>
          <p:cNvSpPr>
            <a:spLocks noGrp="1"/>
          </p:cNvSpPr>
          <p:nvPr/>
        </p:nvSpPr>
        <p:spPr>
          <a:xfrm>
            <a:off x="6309360" y="48463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팀 월간 AVG</a:t>
            </a:r>
            <a:endParaRPr sz="11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2F263B9-9824-4DB6-9E0C-424FFBD1B951}"/>
              </a:ext>
            </a:extLst>
          </p:cNvPr>
          <p:cNvSpPr>
            <a:spLocks noGrp="1"/>
          </p:cNvSpPr>
          <p:nvPr/>
        </p:nvSpPr>
        <p:spPr>
          <a:xfrm>
            <a:off x="8412480" y="4187952"/>
            <a:ext cx="19202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쇼업 40%</a:t>
            </a:r>
            <a:endParaRPr sz="22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5CFDAE5-F77B-45CF-84D8-51C2D0D387DB}"/>
              </a:ext>
            </a:extLst>
          </p:cNvPr>
          <p:cNvSpPr>
            <a:spLocks noGrp="1"/>
          </p:cNvSpPr>
          <p:nvPr/>
        </p:nvSpPr>
        <p:spPr>
          <a:xfrm>
            <a:off x="8412480" y="48463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리쿠르팅</a:t>
            </a:r>
            <a:endParaRPr sz="11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E918DB5-80DA-436A-9C07-A4D815358CF3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16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02724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3196</Words>
  <Application>Microsoft Macintosh PowerPoint</Application>
  <DocSecurity>0</DocSecurity>
  <PresentationFormat>와이드스크린</PresentationFormat>
  <Paragraphs>646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Jaeyoung Lim</cp:lastModifiedBy>
  <cp:revision>2</cp:revision>
  <dcterms:created xsi:type="dcterms:W3CDTF">2026-08-13T01:26:18Z</dcterms:created>
  <dcterms:modified xsi:type="dcterms:W3CDTF">2026-08-13T12:04:18Z</dcterms:modified>
</cp:coreProperties>
</file>