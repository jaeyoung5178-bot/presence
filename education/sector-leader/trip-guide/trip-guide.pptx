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d6644aad33499f" /><Relationship Type="http://schemas.openxmlformats.org/officeDocument/2006/relationships/extended-properties" Target="/docProps/app.xml" Id="R32479aefd001480d" /><Relationship Type="http://schemas.openxmlformats.org/officeDocument/2006/relationships/officeDocument" Target="/ppt/presentation.xml" Id="Rfc955f6dd2974a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4ef42a437e40cb"/>
  </p:sldMasterIdLst>
  <p:notesMasterIdLst>
    <p:notesMasterId xmlns:r="http://schemas.openxmlformats.org/officeDocument/2006/relationships" r:id="Re7126bcc4b534a6a"/>
  </p:notesMasterIdLst>
  <p:sldIdLst>
    <p:sldId xmlns:r="http://schemas.openxmlformats.org/officeDocument/2006/relationships" id="256" r:id="Rddd3f7f243774776"/>
    <p:sldId xmlns:r="http://schemas.openxmlformats.org/officeDocument/2006/relationships" id="257" r:id="R11947ed198904443"/>
    <p:sldId xmlns:r="http://schemas.openxmlformats.org/officeDocument/2006/relationships" id="258" r:id="Ra40158fdaa65492a"/>
    <p:sldId xmlns:r="http://schemas.openxmlformats.org/officeDocument/2006/relationships" id="259" r:id="Rba6c891e848c4ccf"/>
    <p:sldId xmlns:r="http://schemas.openxmlformats.org/officeDocument/2006/relationships" id="260" r:id="Ree55e38b12184b89"/>
    <p:sldId xmlns:r="http://schemas.openxmlformats.org/officeDocument/2006/relationships" id="261" r:id="R5b7d4243db7e4522"/>
    <p:sldId xmlns:r="http://schemas.openxmlformats.org/officeDocument/2006/relationships" id="262" r:id="Re0e4a5483f9c48ed"/>
    <p:sldId xmlns:r="http://schemas.openxmlformats.org/officeDocument/2006/relationships" id="263" r:id="Rc80f180d44c8495f"/>
    <p:sldId xmlns:r="http://schemas.openxmlformats.org/officeDocument/2006/relationships" id="264" r:id="R10ba6a90020f4f63"/>
    <p:sldId xmlns:r="http://schemas.openxmlformats.org/officeDocument/2006/relationships" id="265" r:id="R8175ccbef641432b"/>
    <p:sldId xmlns:r="http://schemas.openxmlformats.org/officeDocument/2006/relationships" id="266" r:id="R6f280708b5b14ff2"/>
    <p:sldId xmlns:r="http://schemas.openxmlformats.org/officeDocument/2006/relationships" id="267" r:id="Rdda6eb1fe74f4881"/>
    <p:sldId xmlns:r="http://schemas.openxmlformats.org/officeDocument/2006/relationships" id="268" r:id="R736a2876207a43c3"/>
    <p:sldId xmlns:r="http://schemas.openxmlformats.org/officeDocument/2006/relationships" id="269" r:id="R08c3f47701434694"/>
    <p:sldId xmlns:r="http://schemas.openxmlformats.org/officeDocument/2006/relationships" id="270" r:id="Rbb4fd67492fd41bc"/>
    <p:sldId xmlns:r="http://schemas.openxmlformats.org/officeDocument/2006/relationships" id="271" r:id="R41d713dd2e08469d"/>
    <p:sldId xmlns:r="http://schemas.openxmlformats.org/officeDocument/2006/relationships" id="272" r:id="Rbd158c4b88024c90"/>
    <p:sldId xmlns:r="http://schemas.openxmlformats.org/officeDocument/2006/relationships" id="273" r:id="R5707311fc42343fa"/>
    <p:sldId xmlns:r="http://schemas.openxmlformats.org/officeDocument/2006/relationships" id="274" r:id="R642b7b12e312415f"/>
    <p:sldId xmlns:r="http://schemas.openxmlformats.org/officeDocument/2006/relationships" id="275" r:id="R9b3f557a326d453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2bdb3e36634d0f" /><Relationship Type="http://schemas.openxmlformats.org/officeDocument/2006/relationships/slideMaster" Target="/ppt/slideMasters/slideMaster1.xml" Id="R854ef42a437e40cb" /><Relationship Type="http://schemas.openxmlformats.org/officeDocument/2006/relationships/notesMaster" Target="/ppt/notesMasters/notesMaster1.xml" Id="Re7126bcc4b534a6a" /><Relationship Type="http://schemas.openxmlformats.org/officeDocument/2006/relationships/presProps" Target="/ppt/presProps.xml" Id="Refd37670dc2b45da" /><Relationship Type="http://schemas.openxmlformats.org/officeDocument/2006/relationships/tableStyles" Target="/ppt/tableStyles.xml" Id="R16091c3feb2742ea" /><Relationship Type="http://schemas.openxmlformats.org/officeDocument/2006/relationships/slide" Target="/ppt/slides/slide1.xml" Id="Rddd3f7f243774776" /><Relationship Type="http://schemas.openxmlformats.org/officeDocument/2006/relationships/slide" Target="/ppt/slides/slide2.xml" Id="R11947ed198904443" /><Relationship Type="http://schemas.openxmlformats.org/officeDocument/2006/relationships/slide" Target="/ppt/slides/slide3.xml" Id="Ra40158fdaa65492a" /><Relationship Type="http://schemas.openxmlformats.org/officeDocument/2006/relationships/slide" Target="/ppt/slides/slide4.xml" Id="Rba6c891e848c4ccf" /><Relationship Type="http://schemas.openxmlformats.org/officeDocument/2006/relationships/slide" Target="/ppt/slides/slide5.xml" Id="Ree55e38b12184b89" /><Relationship Type="http://schemas.openxmlformats.org/officeDocument/2006/relationships/slide" Target="/ppt/slides/slide6.xml" Id="R5b7d4243db7e4522" /><Relationship Type="http://schemas.openxmlformats.org/officeDocument/2006/relationships/slide" Target="/ppt/slides/slide7.xml" Id="Re0e4a5483f9c48ed" /><Relationship Type="http://schemas.openxmlformats.org/officeDocument/2006/relationships/slide" Target="/ppt/slides/slide8.xml" Id="Rc80f180d44c8495f" /><Relationship Type="http://schemas.openxmlformats.org/officeDocument/2006/relationships/slide" Target="/ppt/slides/slide9.xml" Id="R10ba6a90020f4f63" /><Relationship Type="http://schemas.openxmlformats.org/officeDocument/2006/relationships/slide" Target="/ppt/slides/slide10.xml" Id="R8175ccbef641432b" /><Relationship Type="http://schemas.openxmlformats.org/officeDocument/2006/relationships/slide" Target="/ppt/slides/slide11.xml" Id="R6f280708b5b14ff2" /><Relationship Type="http://schemas.openxmlformats.org/officeDocument/2006/relationships/slide" Target="/ppt/slides/slide12.xml" Id="Rdda6eb1fe74f4881" /><Relationship Type="http://schemas.openxmlformats.org/officeDocument/2006/relationships/slide" Target="/ppt/slides/slide13.xml" Id="R736a2876207a43c3" /><Relationship Type="http://schemas.openxmlformats.org/officeDocument/2006/relationships/slide" Target="/ppt/slides/slide14.xml" Id="R08c3f47701434694" /><Relationship Type="http://schemas.openxmlformats.org/officeDocument/2006/relationships/slide" Target="/ppt/slides/slide15.xml" Id="Rbb4fd67492fd41bc" /><Relationship Type="http://schemas.openxmlformats.org/officeDocument/2006/relationships/slide" Target="/ppt/slides/slide16.xml" Id="R41d713dd2e08469d" /><Relationship Type="http://schemas.openxmlformats.org/officeDocument/2006/relationships/slide" Target="/ppt/slides/slide17.xml" Id="Rbd158c4b88024c90" /><Relationship Type="http://schemas.openxmlformats.org/officeDocument/2006/relationships/slide" Target="/ppt/slides/slide18.xml" Id="R5707311fc42343fa" /><Relationship Type="http://schemas.openxmlformats.org/officeDocument/2006/relationships/slide" Target="/ppt/slides/slide19.xml" Id="R642b7b12e312415f" /><Relationship Type="http://schemas.openxmlformats.org/officeDocument/2006/relationships/slide" Target="/ppt/slides/slide20.xml" Id="R9b3f557a326d45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32166645c94e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a412b38db34584" /><Relationship Type="http://schemas.openxmlformats.org/officeDocument/2006/relationships/notesMaster" Target="/ppt/notesMasters/notesMaster1.xml" Id="R3bdcc50462764f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6433252b5d44af" /><Relationship Type="http://schemas.openxmlformats.org/officeDocument/2006/relationships/notesMaster" Target="/ppt/notesMasters/notesMaster1.xml" Id="R89a118c159534f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d7dc2d92274e88" /><Relationship Type="http://schemas.openxmlformats.org/officeDocument/2006/relationships/notesMaster" Target="/ppt/notesMasters/notesMaster1.xml" Id="Rff013689de6f47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c4483b35d48c3" /><Relationship Type="http://schemas.openxmlformats.org/officeDocument/2006/relationships/notesMaster" Target="/ppt/notesMasters/notesMaster1.xml" Id="Rf56b8cad9a5845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fe625a43db49d2" /><Relationship Type="http://schemas.openxmlformats.org/officeDocument/2006/relationships/notesMaster" Target="/ppt/notesMasters/notesMaster1.xml" Id="Rc0095296030046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cd27d9db74423b" /><Relationship Type="http://schemas.openxmlformats.org/officeDocument/2006/relationships/notesMaster" Target="/ppt/notesMasters/notesMaster1.xml" Id="Rbc96b77826d24a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1f286110fd418b" /><Relationship Type="http://schemas.openxmlformats.org/officeDocument/2006/relationships/notesMaster" Target="/ppt/notesMasters/notesMaster1.xml" Id="Rfcc44dd1862b43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118c729c9c465a" /><Relationship Type="http://schemas.openxmlformats.org/officeDocument/2006/relationships/notesMaster" Target="/ppt/notesMasters/notesMaster1.xml" Id="R0db0400d444644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9da738c2864da0" /><Relationship Type="http://schemas.openxmlformats.org/officeDocument/2006/relationships/notesMaster" Target="/ppt/notesMasters/notesMaster1.xml" Id="R262b7f54e22741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e2e3646bab4ff3" /><Relationship Type="http://schemas.openxmlformats.org/officeDocument/2006/relationships/notesMaster" Target="/ppt/notesMasters/notesMaster1.xml" Id="Rc9ea9290940041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707e16b69741a3" /><Relationship Type="http://schemas.openxmlformats.org/officeDocument/2006/relationships/notesMaster" Target="/ppt/notesMasters/notesMaster1.xml" Id="R1907a818c92840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348b385cce4640" /><Relationship Type="http://schemas.openxmlformats.org/officeDocument/2006/relationships/notesMaster" Target="/ppt/notesMasters/notesMaster1.xml" Id="R704d084adaee40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33c3a9ba7a4d39" /><Relationship Type="http://schemas.openxmlformats.org/officeDocument/2006/relationships/notesMaster" Target="/ppt/notesMasters/notesMaster1.xml" Id="R24bfdb31f2c948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e5261c6b78431c" /><Relationship Type="http://schemas.openxmlformats.org/officeDocument/2006/relationships/notesMaster" Target="/ppt/notesMasters/notesMaster1.xml" Id="R34500c32905545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83f3f2869a427a" /><Relationship Type="http://schemas.openxmlformats.org/officeDocument/2006/relationships/notesMaster" Target="/ppt/notesMasters/notesMaster1.xml" Id="Rfa4963a586cc46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835d6389db40e3" /><Relationship Type="http://schemas.openxmlformats.org/officeDocument/2006/relationships/notesMaster" Target="/ppt/notesMasters/notesMaster1.xml" Id="Rd3ef313361a045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4520a9e97e47bb" /><Relationship Type="http://schemas.openxmlformats.org/officeDocument/2006/relationships/notesMaster" Target="/ppt/notesMasters/notesMaster1.xml" Id="Reff93d8c6f7644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13fb1b7fd74463" /><Relationship Type="http://schemas.openxmlformats.org/officeDocument/2006/relationships/notesMaster" Target="/ppt/notesMasters/notesMaster1.xml" Id="R587d8e9a998141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3573cd32ad4e84" /><Relationship Type="http://schemas.openxmlformats.org/officeDocument/2006/relationships/notesMaster" Target="/ppt/notesMasters/notesMaster1.xml" Id="R157e5b62530d45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b446360f364a1c" /><Relationship Type="http://schemas.openxmlformats.org/officeDocument/2006/relationships/notesMaster" Target="/ppt/notesMasters/notesMaster1.xml" Id="Radbbaf5b84a641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트립 운영 가이드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지역 선정부터 팀의 성과와 추억까지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Presence · Sector Leader Education</a:t>
            </a:r>
          </a:p>
          <a:p xmlns:a="http://schemas.openxmlformats.org/drawingml/2006/main">
            <a:r>
              <a:t>지역 선정, 자료 요청, 지도 확인, 테리토리 확보와 목·금·토·일 운영 계획을 함께 살펴봅니다.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트립에서 가져올 세 가지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성과·배움·추억을 출발 전에 함께 계획합니다.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Profit · 목표와 성과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어떤 결과를 만들 것인가? 총 세일즈와 AVG 목표를 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Progress · 배움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어떤 능력을 익혀 돌아올 것인가? 개인별 스킬 하나를 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People · 추억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어떤 기억을 남길 것인가? 함께할 시간과 기록을 계획합니다.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트립 준비의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확인한 정보를 바탕으로 준비의 다음 단계를 결정합니다.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지역 검토: 팀의 목적과 가능한 날짜를 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동료·CTM 자료 요청: 최근 기록과 시행착오를 받습니다.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지도·사이트 확인: 장소명, 위치와 촬영일을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테리토리 확보: 주요·예비 자리의 사용 가능 여부를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 확정: 인원·이동·숙소·역할을 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지역 선정의 다섯 가지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현장 기회가 우리 팀의 목적과 운영 조건에 맞는지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지역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검토 항목 / 확인할 내용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사이트와 운영 이력 / 실제로 사용 가능한 자리, 최근 운영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팀 경험과 배울 스킬 / 개인별 경험과 이번에 연습할 스킬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이동과 체력 / 이동 거리, 숙소에서 현장까지 동선, 운전자 휴식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우천 대안과 사용 조건 / 대체할 자리와 운영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숙박·교통 비용 / 예상 비용과 팀 내 부담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동료와 CTM에게 요청할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최근 운영 날짜와 현장 조건을 함께 받습니다.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카카오맵 기준 사이트명과 링크, 정확한 셋업 위치 사진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최근 운영 날짜·요일·시간과 참여 인원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 결과와 실제 활동일, 콜백싯, 효과적인 접근 방식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주의할 점과 예비 사이트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요청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안녕하세요. [날짜]에 [지역] 트립을 준비하고 있습니다. 최근 사이트명과 지도 링크, 셋업 위치 사진, 운영 날짜·시간과 참여 인원·결과 기록을 공유받을 수 있을까요? 잘 통했던 방식이나 주의할 점, 예비 자리도 함께 알려주시면 계획에 반영하겠습니다.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지도 활용의 원칙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사이트명은 카카오맵 기준, 도로뷰는 네이버지도를 먼저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카카오맵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표시 장소명·지점명으로 사이트 이름을 통일합니다. 주소와 링크를 기록하고 정확한 셋업 위치는 별도 설명을 붙입니다.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네이버지도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도로뷰를 먼저 확인한 후 카카오맵 로드뷰와 촬영 날짜를 비교합니다. 출입구·보도폭·공사·이동 동선을 살펴봅니다.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현장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더 최근 촬영본과 현장 정보를 함께 활용합니다. 네이버가 모든 지역에서 더 최신인 것은 아니며, 공간이 보이는 것과 사용 가능한 것은 다르므로 사용 가능 여부를 별도로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지도 활용 순서는 Presence의 요청된 운영 기준입니다.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사이트 기록표 작성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다른 리더도 같은 자리를 찾고 준비할 수 있도록 기록합니다.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기록 항목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항목 / 내용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사이트명 / 카카오맵 표시 장소명·지점명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주소·지도 링크·셋업 위치 / 정확한 위치 설명과 셋업 사진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날짜·도로뷰 촬영일 / 정보의 시점을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 요일과 피드백 / 언제 운영했고 어떤 결과였는지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상태 / 확인 중 / 사용 가능 확인 / 예비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담당자 / 누가 확인하고 다음 점검을 맡는지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후보 사이트와 실제로 사용 가능한 자리를 구분해 기록합니다.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테리토리 확보의 목표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예시 · 운영 단위 한 팀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 / Good / Minimum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수준 / 주요 사이트 / 예비 사이트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 / 2곳 / 2곳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Good / 1곳 / 2곳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Minimum / 1곳 / 1곳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각 사이트의 날짜·시간·인원에 맞는 사용 가능 확인을 완료해야 확보로 기록합니다. 여러 팀이 동시에 운영하면 운영 단위별로 필요한 자리를 다시 계산합니다.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Profit 목표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Best는 최고의 결과, Good은 좋은 결과, Minimum은 최소한 달성해야 할 결과입니다.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기준으로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세 수준은 같은 기간·같은 기준으로 비교합니다. 담당자와 점검 시점을 정하고, 개인별 목표 합계를 팀 목표와 맞춥니다.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목표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수준 / 팀 AVG / 목표 건수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 / 2.0 / 32건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Good / 1.5 / 24건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Minimum / 1.0 / 16건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4명이 4일 모두 활동해 계획 활동일 합계가 16인일인 경우입니다. 목표 건수 = 목표 AVG × 계획 인일. 군산 트립의 실제 사전 목표가 아닌 설명용 가정입니다.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Progress 목표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예시 · 트립 전체, 개인별 기준. 익힌 스킬을 현장에서 재현합니다.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 / Good / Minimum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수준 / 달성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 / Good을 충족하고 동료에게 설명·시연해 피드백 받기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Good / Minimum을 충족하고 실제 필드에 적용한 사례 1개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Minimum / 배울 스킬 1개 선정, 피드백 1회, 다음 행동 1개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니즈파악 질문, 짧고 명확한 설명, 오브젝션 대응 중 개인에게 필요한 스킬을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People 목표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예시 · 트립 전체, 팀 기준. 함께 기억할 시간을 계획에 넣습니다.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 / Good / Minimum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수준 / 달성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 / Good을 충족하고 전원의 사진·한 줄 후기를 앨범으로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Good / Minimum을 충족하고 함께하는 식사·산책 등 활동 1회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Minimum / 팀 기념사진 1장과 서로에게 감사 한마디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체력과 개인의 편안함을 고려해 활동을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요일별 테마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하루의 테마 안에 Profit·Progress·People 계획을 각각 하나씩 넣습니다.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테마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요일 / 테마 / Profit / Progress / People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 / 현장 적응 / 현장 반응 확인 / 개선 포인트 관찰 / 기대 나누기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금 / 배움 적용 / 접근 방식 수정 / 스킬 적용 / 함께 저녁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토 / 팀워크와 도전 / 도전 목표 점검 / 방법 공유 / 현장 사진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일 / 마무리와 회고 / 결과 마감 / 배움 정리 / 감사 한마디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군산의 사전 테마가 아닌 교육용 제안입니다. 복귀일은 활동 시간에 맞춰 목표를 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하루 운영 루틴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전 계획하고, 중간에 조정하고, 종료 후 기록합니다.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개인별 Best / Good / Minimum, 배울 스킬, 주요·예비 동선을 함께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 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결과와 현장 반응을 보며 자리·접근 방식·도움을 조정합니다. 휴식과 복귀 기준을 함께 지킵니다.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종료 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실적과 활동 여부를 기록하고, 배움·추억을 공유하며 다음 날 바꿀 행동을 한 가지 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군산 사례와 여러 지역 트립 사진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2026년 9월 10일(목)~13일(일)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참가자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임재영 · 윤채영 · 민병준 · 황혜진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군산 사례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개인별 활동 일정과 결과를 구분해 실적을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사진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제공된 앨범에는 철원·강릉·거제·통영·원주 등 여러 지역 사진이 섞여 있습니다. 자료의 사진은 트립 운영을 보여 주는 참고 사진이며, 개별 촬영 지역을 특정하지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참가자는 사용자 확인. 사진은 사용자가 제공한 여러 지역의 트립사진공유 앨범.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군산 실적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입력된 실적 합계 31건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팀원별 일일 성과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팀원 / 목 9/10 / 금 9/11 / 토 9/12 / 일 9/13 / 기록 합계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임재영 / 3 / 3 / 3 / 1 / 10건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윤채영 / 2 / 5 / 2 / 1 / 10건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민병준 / 1 / 2 / 2 / 미입력 / 5건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황혜진 / 2 / 2 / 2 / 0 / 6건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집계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민병준님의 일요일 활동 여부와 결과 확인 전이므로 최종 팀 AVG는 확정하지 않았습니다. 미입력은 0건이나 휴무로 임의 처리하지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Presence Profit · 일일 결과, 2026년 9월 14일 조회. 9월 10~13일 참가자 기록만 사용.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AVG와 회고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팀 AVG = 총 세일즈 ÷ 실제 활동일 합계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집계 원칙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활동한 0건은 분모에 포함합니다.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휴무는 분모에서 제외합니다.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미입력은 활동 여부와 결과를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일정의 일부만 참석한 팀원은 실제 참여한 날짜만 포함합니다.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함께 돌아볼 내용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Profit: 목표와 실제 결과, 운영 조건은 어땠는가?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Progress: 실제로 적용했고 다음에도 재현할 수 있는 스킬은 무엇인가?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People: 고마웠던 행동과 기억하고 싶은 순간은 무엇인가?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다양한 지역에서 남긴 트립 사진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함께 일하고, 함께 쉬고, 함께 기억하는 트립의 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팀이 함께한 필드의 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함께한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함께 나눈 식사와 대화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하루의 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하루를 마무리하며 본 풍경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사용자가 제공한 여러 지역의 트립 사진. 사진별 촬영 지역을 임의로 지정하지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출발 전 체크리스트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출발 전, 담당자와 함께 준비 상태를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지역·날짜·참가자별 일정 확정, 동료·CTM 자료 수집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카카오맵 기준 사이트명·도로뷰 확인, 주요·예비 자리 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Profit·Progress·People의 Best / Good / Minimum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요일별 테마와 개인 역할, 중간 점검 방식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교통·숙소·비용·장비·휴식·복귀 계획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결과 기록·회고·사진 정리 담당자 지정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트립 계획서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지역 ______  날짜 ______  참가자 ______  운영 단위 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우리 팀의 세 단계 목표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영역 / Best / Good / Minimum / 담당·확인 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Profit / ______ / ______ / ______ / 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Progress / ______ / ______ / ______ / 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People / ______ / ______ / ______ / 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테리토리 / ______ / ______ / ______ / 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요일별 테마 ______</a:t>
            </a:r>
          </a:p>
          <a:p xmlns:a="http://schemas.openxmlformats.org/drawingml/2006/main">
            <a:r>
              <a:t>주요 사이트 ______ / 예비 사이트 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리더를 위한 기록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트립에서 얻은 정보를 다음 팀이 바로 쓸 수 있게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사이트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카카오맵 기준 이름, 정확한 셋업 위치, 사용 조건, 최근 운영 피드백을 함께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성과와 배움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활동일과 실적을 확인하고 효과가 있었던 접근과 다음에 바꿀 행동을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추억과 공유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사진·한 줄 후기를 앨범에 모으고 동료·CTM에게 유용한 운영 자료를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편집 원본: https://www.miricanvas.com/v2/ko/design2/ead92b3e-05d8-45b9-9ece-e597096c73ff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및 기본 시각 자료: MiriCanvas에서 선택한 템플릿. 군산 사진: 사용자가 제공한 트립사진공유 앨범.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ff4d570e34f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f349aba7834325" /><Relationship Type="http://schemas.openxmlformats.org/officeDocument/2006/relationships/slideLayout" Target="/ppt/slideLayouts/slideLayout1.xml" Id="R99955ba1b2e441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955ba1b2e441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97c925bd24995" /><Relationship Type="http://schemas.openxmlformats.org/officeDocument/2006/relationships/image" Target="/ppt/media/image.png" Id="R153e71d44d474469" /><Relationship Type="http://schemas.openxmlformats.org/officeDocument/2006/relationships/notesSlide" Target="/ppt/notesSlides/notesSlide1.xml" Id="Raa5cee4e45d34f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b3fb135cf4b7d" /><Relationship Type="http://schemas.openxmlformats.org/officeDocument/2006/relationships/image" Target="/ppt/media/image2.png" Id="R916b67906c49422c" /><Relationship Type="http://schemas.openxmlformats.org/officeDocument/2006/relationships/notesSlide" Target="/ppt/notesSlides/notesSlide2.xml" Id="R994a4f2b65c545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646dfc8ed492a" /><Relationship Type="http://schemas.openxmlformats.org/officeDocument/2006/relationships/image" Target="/ppt/media/image3.png" Id="Rc1717681b72b4f23" /><Relationship Type="http://schemas.openxmlformats.org/officeDocument/2006/relationships/notesSlide" Target="/ppt/notesSlides/notesSlide3.xml" Id="R33fc35dcb82348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93b0faa714b16" /><Relationship Type="http://schemas.openxmlformats.org/officeDocument/2006/relationships/image" Target="/ppt/media/image4.png" Id="R3bcddfc4a16a448c" /><Relationship Type="http://schemas.openxmlformats.org/officeDocument/2006/relationships/notesSlide" Target="/ppt/notesSlides/notesSlide4.xml" Id="R3a96e747403d4c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c3cc0e65d441d" /><Relationship Type="http://schemas.openxmlformats.org/officeDocument/2006/relationships/image" Target="/ppt/media/image5.png" Id="Rf73541dc1f8541b7" /><Relationship Type="http://schemas.openxmlformats.org/officeDocument/2006/relationships/notesSlide" Target="/ppt/notesSlides/notesSlide5.xml" Id="Reb03b9d9224c4b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70bd8ff344ee4" /><Relationship Type="http://schemas.openxmlformats.org/officeDocument/2006/relationships/image" Target="/ppt/media/image6.png" Id="R919653350b8041c0" /><Relationship Type="http://schemas.openxmlformats.org/officeDocument/2006/relationships/notesSlide" Target="/ppt/notesSlides/notesSlide6.xml" Id="R67985c441c3f49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a11cb727742df" /><Relationship Type="http://schemas.openxmlformats.org/officeDocument/2006/relationships/image" Target="/ppt/media/image7.png" Id="R631a4e22eca74827" /><Relationship Type="http://schemas.openxmlformats.org/officeDocument/2006/relationships/notesSlide" Target="/ppt/notesSlides/notesSlide7.xml" Id="R9090853b645e45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bbda1b42c4afc" /><Relationship Type="http://schemas.openxmlformats.org/officeDocument/2006/relationships/image" Target="/ppt/media/image8.png" Id="R1cd4ce2ff91b405e" /><Relationship Type="http://schemas.openxmlformats.org/officeDocument/2006/relationships/notesSlide" Target="/ppt/notesSlides/notesSlide8.xml" Id="R9e27ab0b85f24e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03a7d53a7455e" /><Relationship Type="http://schemas.openxmlformats.org/officeDocument/2006/relationships/image" Target="/ppt/media/image9.png" Id="R4207d3b7f3264430" /><Relationship Type="http://schemas.openxmlformats.org/officeDocument/2006/relationships/notesSlide" Target="/ppt/notesSlides/notesSlide9.xml" Id="R5e51faba627642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da80ad1d149c5" /><Relationship Type="http://schemas.openxmlformats.org/officeDocument/2006/relationships/image" Target="/ppt/media/image10.png" Id="R5a1c0a55d0534b6f" /><Relationship Type="http://schemas.openxmlformats.org/officeDocument/2006/relationships/notesSlide" Target="/ppt/notesSlides/notesSlide10.xml" Id="R886fe459bb2e46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d5a03d55e4389" /><Relationship Type="http://schemas.openxmlformats.org/officeDocument/2006/relationships/image" Target="/ppt/media/image11.png" Id="Rfc2ed99fda244e3c" /><Relationship Type="http://schemas.openxmlformats.org/officeDocument/2006/relationships/notesSlide" Target="/ppt/notesSlides/notesSlide11.xml" Id="R1182c03a87824f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3a24408a14acc" /><Relationship Type="http://schemas.openxmlformats.org/officeDocument/2006/relationships/image" Target="/ppt/media/image12.png" Id="Re894da2014184d15" /><Relationship Type="http://schemas.openxmlformats.org/officeDocument/2006/relationships/notesSlide" Target="/ppt/notesSlides/notesSlide12.xml" Id="R9080a3cf7f3d40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f3f9b236b4e78" /><Relationship Type="http://schemas.openxmlformats.org/officeDocument/2006/relationships/image" Target="/ppt/media/image13.png" Id="R77d22075675a428f" /><Relationship Type="http://schemas.openxmlformats.org/officeDocument/2006/relationships/notesSlide" Target="/ppt/notesSlides/notesSlide13.xml" Id="R8d4bc21c6b2342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5c8e977d1467b" /><Relationship Type="http://schemas.openxmlformats.org/officeDocument/2006/relationships/image" Target="/ppt/media/image14.png" Id="Rcfb9d430afc74c72" /><Relationship Type="http://schemas.openxmlformats.org/officeDocument/2006/relationships/notesSlide" Target="/ppt/notesSlides/notesSlide14.xml" Id="R79bbeb7180d347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1bc0b4f4147ed" /><Relationship Type="http://schemas.openxmlformats.org/officeDocument/2006/relationships/image" Target="/ppt/media/image15.png" Id="Rd642b397675e40a2" /><Relationship Type="http://schemas.openxmlformats.org/officeDocument/2006/relationships/notesSlide" Target="/ppt/notesSlides/notesSlide15.xml" Id="Re9aba35363f148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a4107972a4eb7" /><Relationship Type="http://schemas.openxmlformats.org/officeDocument/2006/relationships/image" Target="/ppt/media/image16.png" Id="R1cb7ea4e92524e4d" /><Relationship Type="http://schemas.openxmlformats.org/officeDocument/2006/relationships/notesSlide" Target="/ppt/notesSlides/notesSlide16.xml" Id="Red09d4de892046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976643e71403a" /><Relationship Type="http://schemas.openxmlformats.org/officeDocument/2006/relationships/image" Target="/ppt/media/image17.png" Id="R50efc5caf2ba43f7" /><Relationship Type="http://schemas.openxmlformats.org/officeDocument/2006/relationships/notesSlide" Target="/ppt/notesSlides/notesSlide17.xml" Id="R1d47dab7b5174a1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59d07448f48f3" /><Relationship Type="http://schemas.openxmlformats.org/officeDocument/2006/relationships/image" Target="/ppt/media/image18.png" Id="Rd7cbee8257dc40e0" /><Relationship Type="http://schemas.openxmlformats.org/officeDocument/2006/relationships/notesSlide" Target="/ppt/notesSlides/notesSlide18.xml" Id="R9bceb970725749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341a9c18d437e" /><Relationship Type="http://schemas.openxmlformats.org/officeDocument/2006/relationships/image" Target="/ppt/media/image19.png" Id="R9a4441fd39714c81" /><Relationship Type="http://schemas.openxmlformats.org/officeDocument/2006/relationships/notesSlide" Target="/ppt/notesSlides/notesSlide19.xml" Id="R8c1bff8ad48341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045c7239d4668" /><Relationship Type="http://schemas.openxmlformats.org/officeDocument/2006/relationships/image" Target="/ppt/media/image20.png" Id="R2030470bde5c4d7d" /><Relationship Type="http://schemas.openxmlformats.org/officeDocument/2006/relationships/notesSlide" Target="/ppt/notesSlides/notesSlide20.xml" Id="R13f6b0cf84904e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e71d44d47446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38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b67906c49422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059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17681b72b4f2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867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ddfc4a16a448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870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541dc1f8541b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069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653350b8041c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21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a4e22eca7482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273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4ce2ff91b405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871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7d3b7f326443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995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c0a55d0534b6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933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ed99fda244e3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876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4da2014184d1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4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22075675a428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19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9d430afc74c7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209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2b397675e40a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4808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7ea4e92524e4d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207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fc5caf2ba43f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1653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bee8257dc40e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7201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441fd39714c8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7645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0470bde5c4d7d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28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2026-09-14T08:33:40.7980000Z</dcterms:created>
  <dcterms:modified xsi:type="dcterms:W3CDTF">2026-09-14T08:33:40.7980000Z</dcterms:modified>
</coreProperties>
</file>