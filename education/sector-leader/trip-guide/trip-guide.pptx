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24"/>
  </p:notesMasterIdLst>
  <p:sldIdLst>
    <p:sldId id="256" r:id="rId2"/>
    <p:sldId id="257" r:id="rId3"/>
    <p:sldId id="258" r:id="rId4"/>
    <p:sldId id="270" r:id="rId5"/>
    <p:sldId id="268" r:id="rId6"/>
    <p:sldId id="271" r:id="rId7"/>
    <p:sldId id="269" r:id="rId8"/>
    <p:sldId id="259" r:id="rId9"/>
    <p:sldId id="274" r:id="rId10"/>
    <p:sldId id="275" r:id="rId11"/>
    <p:sldId id="260" r:id="rId12"/>
    <p:sldId id="273" r:id="rId13"/>
    <p:sldId id="261" r:id="rId14"/>
    <p:sldId id="262" r:id="rId15"/>
    <p:sldId id="276" r:id="rId16"/>
    <p:sldId id="263" r:id="rId17"/>
    <p:sldId id="277" r:id="rId18"/>
    <p:sldId id="264" r:id="rId19"/>
    <p:sldId id="265" r:id="rId20"/>
    <p:sldId id="272" r:id="rId21"/>
    <p:sldId id="266" r:id="rId22"/>
    <p:sldId id="267" r:id="rId2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460"/>
    <p:restoredTop sz="94664"/>
  </p:normalViewPr>
  <p:slideViewPr>
    <p:cSldViewPr snapToGrid="0">
      <p:cViewPr varScale="1">
        <p:scale>
          <a:sx n="118" d="100"/>
          <a:sy n="118" d="100"/>
        </p:scale>
        <p:origin x="208" y="9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 운영 가이드</a:t>
            </a:r>
          </a:p>
          <a:p>
            <a:r>
              <a:t>구름 속 비행기 일러스트: 사용자 요청에 따라 이미지 생성 도구로 제작. 실제 현장 사진이 아닌 표지용 일러스트.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아젠다</a:t>
            </a:r>
          </a:p>
          <a:p>
            <a:r>
              <a:t>트립의 목적</a:t>
            </a:r>
          </a:p>
          <a:p>
            <a:r>
              <a:t>트립지역 선정하기</a:t>
            </a:r>
          </a:p>
          <a:p>
            <a:r>
              <a:t>트립계획하기</a:t>
            </a:r>
          </a:p>
          <a:p>
            <a:r>
              <a:t>트립운영하기</a:t>
            </a:r>
          </a:p>
          <a:p>
            <a:r>
              <a:t>트립 후 피드백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트립의 목적</a:t>
            </a:r>
          </a:p>
          <a:p>
            <a:r>
              <a:t>인컴 극대화</a:t>
            </a:r>
          </a:p>
          <a:p>
            <a:r>
              <a:t>배움의 기회</a:t>
            </a:r>
          </a:p>
          <a:p>
            <a:r>
              <a:t>리프레시</a:t>
            </a:r>
          </a:p>
          <a:p>
            <a:r>
              <a:t>웹 발표의 트립 장면 필름에는 제공받은 사진 49장과 영상 2개, 총 51개 기록이 포함되어 있음. 이 PPT는 대표 장면을 정지 사진으로 표시함.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F8C914-D92E-0AA9-428C-D54FCB5D1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120C10-0F4E-3E25-DA40-4D3787D890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EA00BB6-826B-F00E-9297-1D97F97B25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트립의 목적</a:t>
            </a:r>
          </a:p>
          <a:p>
            <a:r>
              <a:t>인컴 극대화</a:t>
            </a:r>
          </a:p>
          <a:p>
            <a:r>
              <a:t>배움의 기회</a:t>
            </a:r>
          </a:p>
          <a:p>
            <a:r>
              <a:t>리프레시</a:t>
            </a:r>
          </a:p>
          <a:p>
            <a:r>
              <a:t>웹 발표의 트립 장면 필름에는 제공받은 사진 49장과 영상 2개, 총 51개 기록이 포함되어 있음. 이 PPT는 대표 장면을 정지 사진으로 표시함.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1FACB2-79AA-F343-F388-2C93C5F56C5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576148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88CE7-00ED-B92A-74DD-8A55484299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F39A7A1-BC8F-3CCE-926E-71173A6E8B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480963B-C0A0-EC49-F11E-9F29C599B15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트립의 목적</a:t>
            </a:r>
          </a:p>
          <a:p>
            <a:r>
              <a:t>인컴 극대화</a:t>
            </a:r>
          </a:p>
          <a:p>
            <a:r>
              <a:t>배움의 기회</a:t>
            </a:r>
          </a:p>
          <a:p>
            <a:r>
              <a:t>리프레시</a:t>
            </a:r>
          </a:p>
          <a:p>
            <a:r>
              <a:t>웹 발표의 트립 장면 필름에는 제공받은 사진 49장과 영상 2개, 총 51개 기록이 포함되어 있음. 이 PPT는 대표 장면을 정지 사진으로 표시함.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39071A-CAF4-771C-0CB8-095565F1C3BA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07255318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06D908-1CD0-BF08-054A-EC00E5DFC1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9533BF-519C-E09F-2486-2BC2A89EBD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AEC6703-4017-3D4F-AC8D-65977230A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트립의 목적</a:t>
            </a:r>
          </a:p>
          <a:p>
            <a:r>
              <a:t>인컴 극대화</a:t>
            </a:r>
          </a:p>
          <a:p>
            <a:r>
              <a:t>배움의 기회</a:t>
            </a:r>
          </a:p>
          <a:p>
            <a:r>
              <a:t>리프레시</a:t>
            </a:r>
          </a:p>
          <a:p>
            <a:r>
              <a:t>웹 발표의 트립 장면 필름에는 제공받은 사진 49장과 영상 2개, 총 51개 기록이 포함되어 있음. 이 PPT는 대표 장면을 정지 사진으로 표시함.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EECD37-F999-CA64-82FC-A42E57DF6AFF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6700271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트립지역 선정하기</a:t>
            </a:r>
          </a:p>
          <a:p>
            <a:r>
              <a:t>CTM 소통</a:t>
            </a:r>
          </a:p>
          <a:p>
            <a:r>
              <a:t>동료 피드백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트립계획하기</a:t>
            </a:r>
          </a:p>
          <a:p>
            <a:r>
              <a:t>사이트 선정</a:t>
            </a:r>
          </a:p>
          <a:p>
            <a:r>
              <a:t>목표 설정</a:t>
            </a:r>
          </a:p>
          <a:p>
            <a:r>
              <a:t>개인 계획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사이트 선정</a:t>
            </a:r>
          </a:p>
          <a:p>
            <a:r>
              <a:t>CTM 자료</a:t>
            </a:r>
          </a:p>
          <a:p>
            <a:r>
              <a:t>카카오맵: 사이트명 기준</a:t>
            </a:r>
          </a:p>
          <a:p>
            <a:r>
              <a:t>네이버지도: 도로뷰 우선</a:t>
            </a:r>
          </a:p>
          <a:p>
            <a:r>
              <a:t>사용 가능 여부</a:t>
            </a:r>
          </a:p>
          <a:p>
            <a:r>
              <a:t>주요 / 예비 사이트</a:t>
            </a:r>
          </a:p>
          <a:p>
            <a:r>
              <a:t>사진: 트립사진공유 앨범 IMG_9909. 과거 운영 사진이며, 다음 사용 가능 여부는 따로 확인.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 목표 설정</a:t>
            </a:r>
          </a:p>
          <a:p>
            <a:r>
              <a:t>A  Best</a:t>
            </a:r>
          </a:p>
          <a:p>
            <a:r>
              <a:t>B  Good</a:t>
            </a:r>
          </a:p>
          <a:p>
            <a:r>
              <a:t>C  Minimum</a:t>
            </a:r>
          </a:p>
          <a:p>
            <a:r>
              <a:t>스코어 / 클로즈 / 보상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나의 트립계획</a:t>
            </a:r>
          </a:p>
          <a:p>
            <a:r>
              <a:t>BEP 넘기고 오기</a:t>
            </a:r>
          </a:p>
          <a:p>
            <a:r>
              <a:t>PB 찍고 가기</a:t>
            </a:r>
          </a:p>
          <a:p>
            <a:r>
              <a:t>배우고 싶은 것</a:t>
            </a:r>
          </a:p>
          <a:p>
            <a:r>
              <a:t>지킬 약속</a:t>
            </a:r>
          </a:p>
          <a:p>
            <a:r>
              <a:t>임재영의 개인 계획 예시. C의 At least는 Minimum과 같은 의미.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트립운영하기</a:t>
            </a:r>
          </a:p>
          <a:p>
            <a:r>
              <a:t>월: 기강</a:t>
            </a:r>
          </a:p>
          <a:p>
            <a:r>
              <a:t>화: 태도유지</a:t>
            </a:r>
          </a:p>
          <a:p>
            <a:r>
              <a:t>수: 액티비티</a:t>
            </a:r>
          </a:p>
          <a:p>
            <a:r>
              <a:t>목: PB 달성</a:t>
            </a:r>
          </a:p>
          <a:p>
            <a:r>
              <a:t>금: 빠벨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요일별 운영 기준</a:t>
            </a:r>
          </a:p>
          <a:p>
            <a:r>
              <a:t>수요일 18:00 종료</a:t>
            </a:r>
          </a:p>
          <a:p>
            <a:r>
              <a:t>월·화 합산 팀 AVG 1.5 이상</a:t>
            </a:r>
          </a:p>
          <a:p>
            <a:r>
              <a:t>금요일 14~15시 종료 목표</a:t>
            </a:r>
          </a:p>
          <a:p>
            <a:r>
              <a:t>0건인 팀원이 있으면 복귀 X</a:t>
            </a:r>
          </a:p>
          <a:p>
            <a:r>
              <a:t>수요일은 월·화 합산 팀 AVG 1.5 이상일 때 액티비티. 금요일 0건인 팀원이 있으면 복귀하지 않는다는 기준은 사용자 확인 내용.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3일 트립이라면</a:t>
            </a:r>
          </a:p>
          <a:p>
            <a:r>
              <a:t>1일차 기강</a:t>
            </a:r>
          </a:p>
          <a:p>
            <a:r>
              <a:t>2일차 액티비티</a:t>
            </a:r>
          </a:p>
          <a:p>
            <a:r>
              <a:t>3일차 PB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트립 후 피드백</a:t>
            </a:r>
          </a:p>
          <a:p>
            <a:r>
              <a:t>챌린지</a:t>
            </a:r>
          </a:p>
          <a:p>
            <a:r>
              <a:t>윈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jpeg"/><Relationship Id="rId7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11" Type="http://schemas.openxmlformats.org/officeDocument/2006/relationships/image" Target="../media/image10.jpeg"/><Relationship Id="rId5" Type="http://schemas.openxmlformats.org/officeDocument/2006/relationships/image" Target="../media/image4.jpeg"/><Relationship Id="rId10" Type="http://schemas.openxmlformats.org/officeDocument/2006/relationships/image" Target="../media/image9.jpeg"/><Relationship Id="rId4" Type="http://schemas.openxmlformats.org/officeDocument/2006/relationships/image" Target="../media/image3.jpeg"/><Relationship Id="rId9" Type="http://schemas.openxmlformats.org/officeDocument/2006/relationships/image" Target="../media/image8.jpe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hyperlink" Target="https://svgsilh.com/ko/ff5722/image/2062051.html" TargetMode="External"/><Relationship Id="rId3" Type="http://schemas.openxmlformats.org/officeDocument/2006/relationships/image" Target="../media/image11.png"/><Relationship Id="rId7" Type="http://schemas.openxmlformats.org/officeDocument/2006/relationships/image" Target="../media/image13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round90.tistory.com/156" TargetMode="External"/><Relationship Id="rId5" Type="http://schemas.openxmlformats.org/officeDocument/2006/relationships/image" Target="../media/image12.png"/><Relationship Id="rId4" Type="http://schemas.openxmlformats.org/officeDocument/2006/relationships/hyperlink" Target="https://freepngimg.com/png/64998-money-dollar-sign-currency-android-emoji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image" Target="../media/image23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jpeg"/><Relationship Id="rId13" Type="http://schemas.openxmlformats.org/officeDocument/2006/relationships/image" Target="../media/image36.jpeg"/><Relationship Id="rId18" Type="http://schemas.openxmlformats.org/officeDocument/2006/relationships/image" Target="../media/image41.jpeg"/><Relationship Id="rId26" Type="http://schemas.openxmlformats.org/officeDocument/2006/relationships/image" Target="../media/image49.jpeg"/><Relationship Id="rId3" Type="http://schemas.openxmlformats.org/officeDocument/2006/relationships/image" Target="../media/image26.jpeg"/><Relationship Id="rId21" Type="http://schemas.openxmlformats.org/officeDocument/2006/relationships/image" Target="../media/image44.jpeg"/><Relationship Id="rId7" Type="http://schemas.openxmlformats.org/officeDocument/2006/relationships/image" Target="../media/image30.jpeg"/><Relationship Id="rId12" Type="http://schemas.openxmlformats.org/officeDocument/2006/relationships/image" Target="../media/image35.jpeg"/><Relationship Id="rId17" Type="http://schemas.openxmlformats.org/officeDocument/2006/relationships/image" Target="../media/image40.jpeg"/><Relationship Id="rId25" Type="http://schemas.openxmlformats.org/officeDocument/2006/relationships/image" Target="../media/image48.jpeg"/><Relationship Id="rId2" Type="http://schemas.openxmlformats.org/officeDocument/2006/relationships/image" Target="../media/image25.jpeg"/><Relationship Id="rId16" Type="http://schemas.openxmlformats.org/officeDocument/2006/relationships/image" Target="../media/image39.jpeg"/><Relationship Id="rId20" Type="http://schemas.openxmlformats.org/officeDocument/2006/relationships/image" Target="../media/image43.jpeg"/><Relationship Id="rId29" Type="http://schemas.openxmlformats.org/officeDocument/2006/relationships/image" Target="../media/image52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.jpeg"/><Relationship Id="rId11" Type="http://schemas.openxmlformats.org/officeDocument/2006/relationships/image" Target="../media/image34.jpeg"/><Relationship Id="rId24" Type="http://schemas.openxmlformats.org/officeDocument/2006/relationships/image" Target="../media/image47.jpeg"/><Relationship Id="rId5" Type="http://schemas.openxmlformats.org/officeDocument/2006/relationships/image" Target="../media/image28.jpeg"/><Relationship Id="rId15" Type="http://schemas.openxmlformats.org/officeDocument/2006/relationships/image" Target="../media/image38.jpeg"/><Relationship Id="rId23" Type="http://schemas.openxmlformats.org/officeDocument/2006/relationships/image" Target="../media/image46.jpeg"/><Relationship Id="rId28" Type="http://schemas.openxmlformats.org/officeDocument/2006/relationships/image" Target="../media/image51.jpeg"/><Relationship Id="rId10" Type="http://schemas.openxmlformats.org/officeDocument/2006/relationships/image" Target="../media/image33.jpeg"/><Relationship Id="rId19" Type="http://schemas.openxmlformats.org/officeDocument/2006/relationships/image" Target="../media/image42.jpeg"/><Relationship Id="rId4" Type="http://schemas.openxmlformats.org/officeDocument/2006/relationships/image" Target="../media/image27.jpeg"/><Relationship Id="rId9" Type="http://schemas.openxmlformats.org/officeDocument/2006/relationships/image" Target="../media/image32.jpeg"/><Relationship Id="rId14" Type="http://schemas.openxmlformats.org/officeDocument/2006/relationships/image" Target="../media/image37.jpeg"/><Relationship Id="rId22" Type="http://schemas.openxmlformats.org/officeDocument/2006/relationships/image" Target="../media/image45.jpeg"/><Relationship Id="rId27" Type="http://schemas.openxmlformats.org/officeDocument/2006/relationships/image" Target="../media/image50.jpeg"/><Relationship Id="rId30" Type="http://schemas.openxmlformats.org/officeDocument/2006/relationships/image" Target="../media/image53.jpe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5810250" y="1666875"/>
            <a:ext cx="5905500" cy="4429125"/>
          </a:xfrm>
          <a:prstGeom prst="rect">
            <a:avLst/>
          </a:prstGeom>
        </p:spPr>
      </p:pic>
      <p:sp>
        <p:nvSpPr>
          <p:cNvPr id="2" name="직사각형 1">
            <a:extLst>
              <a:ext uri="{FF2B5EF4-FFF2-40B4-BE49-F238E27FC236}">
                <a16:creationId xmlns:a16="http://schemas.microsoft.com/office/drawing/2014/main" id="{CFC34CAA-2CDA-4645-A9B2-4A2FB887AFA9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4762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PRESENCE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7C4F31B-3BED-451D-ACDA-1FCD8692F7D2}"/>
              </a:ext>
            </a:extLst>
          </p:cNvPr>
          <p:cNvSpPr>
            <a:spLocks noGrp="1"/>
          </p:cNvSpPr>
          <p:nvPr/>
        </p:nvSpPr>
        <p:spPr>
          <a:xfrm>
            <a:off x="600075" y="1552575"/>
            <a:ext cx="5476875" cy="1857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30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30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TRIP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6DCC370-7F43-422E-BBA2-DB86D954B802}"/>
              </a:ext>
            </a:extLst>
          </p:cNvPr>
          <p:cNvSpPr>
            <a:spLocks noGrp="1"/>
          </p:cNvSpPr>
          <p:nvPr/>
        </p:nvSpPr>
        <p:spPr>
          <a:xfrm>
            <a:off x="666750" y="3629025"/>
            <a:ext cx="5362575" cy="9429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운영 가이드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7C62172-1286-4AA4-AA6F-F742B5345A18}"/>
              </a:ext>
            </a:extLst>
          </p:cNvPr>
          <p:cNvSpPr>
            <a:spLocks noGrp="1"/>
          </p:cNvSpPr>
          <p:nvPr/>
        </p:nvSpPr>
        <p:spPr>
          <a:xfrm>
            <a:off x="704850" y="5915025"/>
            <a:ext cx="4953000" cy="276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SECTOR LEADER</a:t>
            </a:r>
          </a:p>
        </p:txBody>
      </p:sp>
    </p:spTree>
    <p:extLst>
      <p:ext uri="{BB962C8B-B14F-4D97-AF65-F5344CB8AC3E}">
        <p14:creationId xmlns:p14="http://schemas.microsoft.com/office/powerpoint/2010/main" val="3931285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2D42B582-C77A-4C0C-83C0-E1015532632A}"/>
              </a:ext>
            </a:extLst>
          </p:cNvPr>
          <p:cNvSpPr>
            <a:spLocks noGrp="1"/>
          </p:cNvSpPr>
          <p:nvPr/>
        </p:nvSpPr>
        <p:spPr>
          <a:xfrm>
            <a:off x="666750" y="923925"/>
            <a:ext cx="3905250" cy="1123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69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9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아젠다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1BC7F78-D136-498D-91F0-182C7B02ED6D}"/>
              </a:ext>
            </a:extLst>
          </p:cNvPr>
          <p:cNvSpPr>
            <a:spLocks noGrp="1"/>
          </p:cNvSpPr>
          <p:nvPr/>
        </p:nvSpPr>
        <p:spPr>
          <a:xfrm>
            <a:off x="4581525" y="1217420"/>
            <a:ext cx="8191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6B8FEA-298F-4101-B60A-AD481EA5DFD6}"/>
              </a:ext>
            </a:extLst>
          </p:cNvPr>
          <p:cNvSpPr>
            <a:spLocks noGrp="1"/>
          </p:cNvSpPr>
          <p:nvPr/>
        </p:nvSpPr>
        <p:spPr>
          <a:xfrm>
            <a:off x="5648325" y="1131695"/>
            <a:ext cx="5915025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트립의 목적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A3DC86A-FF5B-49B2-8F25-AA19EDE963A2}"/>
              </a:ext>
            </a:extLst>
          </p:cNvPr>
          <p:cNvSpPr>
            <a:spLocks noGrp="1"/>
          </p:cNvSpPr>
          <p:nvPr/>
        </p:nvSpPr>
        <p:spPr>
          <a:xfrm>
            <a:off x="4581525" y="2236595"/>
            <a:ext cx="8191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11446E2-06A3-4D46-A917-AFC050E1E947}"/>
              </a:ext>
            </a:extLst>
          </p:cNvPr>
          <p:cNvSpPr>
            <a:spLocks noGrp="1"/>
          </p:cNvSpPr>
          <p:nvPr/>
        </p:nvSpPr>
        <p:spPr>
          <a:xfrm>
            <a:off x="5648325" y="2150870"/>
            <a:ext cx="5915025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트립지역 선정하기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18822A66-FE81-4A14-8021-323DF77A2FBD}"/>
              </a:ext>
            </a:extLst>
          </p:cNvPr>
          <p:cNvSpPr>
            <a:spLocks noGrp="1"/>
          </p:cNvSpPr>
          <p:nvPr/>
        </p:nvSpPr>
        <p:spPr>
          <a:xfrm>
            <a:off x="4581525" y="3255770"/>
            <a:ext cx="8191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B19715C-4132-40D5-B12E-482761E7B5DC}"/>
              </a:ext>
            </a:extLst>
          </p:cNvPr>
          <p:cNvSpPr>
            <a:spLocks noGrp="1"/>
          </p:cNvSpPr>
          <p:nvPr/>
        </p:nvSpPr>
        <p:spPr>
          <a:xfrm>
            <a:off x="5648325" y="3170045"/>
            <a:ext cx="5915025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트립계획하기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EDBB9D5-F659-4E7E-AD9B-269338056658}"/>
              </a:ext>
            </a:extLst>
          </p:cNvPr>
          <p:cNvSpPr>
            <a:spLocks noGrp="1"/>
          </p:cNvSpPr>
          <p:nvPr/>
        </p:nvSpPr>
        <p:spPr>
          <a:xfrm>
            <a:off x="4581525" y="4274945"/>
            <a:ext cx="8191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14282775-26B3-472E-A399-BD7B40E287B8}"/>
              </a:ext>
            </a:extLst>
          </p:cNvPr>
          <p:cNvSpPr>
            <a:spLocks noGrp="1"/>
          </p:cNvSpPr>
          <p:nvPr/>
        </p:nvSpPr>
        <p:spPr>
          <a:xfrm>
            <a:off x="5648325" y="4189220"/>
            <a:ext cx="5915025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트립운영하기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716F6F8-C184-4050-886C-82F72526CB41}"/>
              </a:ext>
            </a:extLst>
          </p:cNvPr>
          <p:cNvSpPr>
            <a:spLocks noGrp="1"/>
          </p:cNvSpPr>
          <p:nvPr/>
        </p:nvSpPr>
        <p:spPr>
          <a:xfrm>
            <a:off x="4581525" y="5294120"/>
            <a:ext cx="8191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850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BBAB6F3-D886-4A90-9175-A028F2E9281D}"/>
              </a:ext>
            </a:extLst>
          </p:cNvPr>
          <p:cNvSpPr>
            <a:spLocks noGrp="1"/>
          </p:cNvSpPr>
          <p:nvPr/>
        </p:nvSpPr>
        <p:spPr>
          <a:xfrm>
            <a:off x="5648325" y="5208395"/>
            <a:ext cx="5915025" cy="828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9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트립 후 피드백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2F0C2F00-BCA8-4865-B815-A4632AE9E348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6608699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0073A5F0-319C-4EE3-811B-92B665BEEDE0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A4498BC-76EA-4904-AAFE-63BA717DDDB6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트립의</a:t>
            </a:r>
            <a:r>
              <a:rPr sz="5700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5700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목적</a:t>
            </a:r>
            <a:endParaRPr sz="5700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4061769E-A146-4151-996B-1A6B1098B32B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인컴</a:t>
            </a:r>
            <a:r>
              <a:rPr sz="3825" b="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극대화</a:t>
            </a:r>
            <a:endParaRPr sz="3825" b="1" dirty="0">
              <a:solidFill>
                <a:srgbClr val="FFFFFF"/>
              </a:solidFill>
              <a:latin typeface="Apple SD Gothic Neo"/>
              <a:ea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23BC25D-C760-46D5-9516-860A9034213B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배움의</a:t>
            </a:r>
            <a:r>
              <a:rPr sz="3825" b="1" dirty="0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 </a:t>
            </a: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기회</a:t>
            </a:r>
            <a:endParaRPr sz="3825" b="1" dirty="0">
              <a:solidFill>
                <a:srgbClr val="FFFFFF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F27AF8-6C15-40BF-9A88-A2242837B344}"/>
              </a:ext>
            </a:extLst>
          </p:cNvPr>
          <p:cNvSpPr>
            <a:spLocks noGrp="1"/>
          </p:cNvSpPr>
          <p:nvPr/>
        </p:nvSpPr>
        <p:spPr>
          <a:xfrm>
            <a:off x="666750" y="47910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리프레시</a:t>
            </a:r>
          </a:p>
        </p:txBody>
      </p:sp>
      <p:pic>
        <p:nvPicPr>
          <p:cNvPr id="28" name="그림 27"/>
          <p:cNvPicPr>
            <a:picLocks noChangeAspect="1"/>
          </p:cNvPicPr>
          <p:nvPr/>
        </p:nvPicPr>
        <p:blipFill>
          <a:blip r:embed="rId3"/>
          <a:srcRect t="14220" b="14220"/>
          <a:stretch>
            <a:fillRect/>
          </a:stretch>
        </p:blipFill>
        <p:spPr>
          <a:xfrm>
            <a:off x="5048250" y="2362200"/>
            <a:ext cx="2076450" cy="1114425"/>
          </a:xfrm>
          <a:prstGeom prst="rect">
            <a:avLst/>
          </a:prstGeom>
        </p:spPr>
      </p:pic>
      <p:pic>
        <p:nvPicPr>
          <p:cNvPr id="29" name="그림 28"/>
          <p:cNvPicPr>
            <a:picLocks noChangeAspect="1"/>
          </p:cNvPicPr>
          <p:nvPr/>
        </p:nvPicPr>
        <p:blipFill>
          <a:blip r:embed="rId4"/>
          <a:srcRect t="14220" b="14220"/>
          <a:stretch>
            <a:fillRect/>
          </a:stretch>
        </p:blipFill>
        <p:spPr>
          <a:xfrm>
            <a:off x="7239000" y="2362200"/>
            <a:ext cx="2076450" cy="1114425"/>
          </a:xfrm>
          <a:prstGeom prst="rect">
            <a:avLst/>
          </a:prstGeom>
        </p:spPr>
      </p:pic>
      <p:pic>
        <p:nvPicPr>
          <p:cNvPr id="30" name="그림 29"/>
          <p:cNvPicPr>
            <a:picLocks noChangeAspect="1"/>
          </p:cNvPicPr>
          <p:nvPr/>
        </p:nvPicPr>
        <p:blipFill>
          <a:blip r:embed="rId5"/>
          <a:srcRect t="29874" b="29874"/>
          <a:stretch>
            <a:fillRect/>
          </a:stretch>
        </p:blipFill>
        <p:spPr>
          <a:xfrm>
            <a:off x="9429750" y="2362200"/>
            <a:ext cx="2076450" cy="1114425"/>
          </a:xfrm>
          <a:prstGeom prst="rect">
            <a:avLst/>
          </a:prstGeom>
        </p:spPr>
      </p:pic>
      <p:pic>
        <p:nvPicPr>
          <p:cNvPr id="31" name="그림 30"/>
          <p:cNvPicPr>
            <a:picLocks noChangeAspect="1"/>
          </p:cNvPicPr>
          <p:nvPr/>
        </p:nvPicPr>
        <p:blipFill>
          <a:blip r:embed="rId6"/>
          <a:srcRect t="14220" b="14220"/>
          <a:stretch>
            <a:fillRect/>
          </a:stretch>
        </p:blipFill>
        <p:spPr>
          <a:xfrm>
            <a:off x="5048250" y="3590925"/>
            <a:ext cx="2076450" cy="1114425"/>
          </a:xfrm>
          <a:prstGeom prst="rect">
            <a:avLst/>
          </a:prstGeom>
        </p:spPr>
      </p:pic>
      <p:pic>
        <p:nvPicPr>
          <p:cNvPr id="32" name="그림 31"/>
          <p:cNvPicPr>
            <a:picLocks noChangeAspect="1"/>
          </p:cNvPicPr>
          <p:nvPr/>
        </p:nvPicPr>
        <p:blipFill>
          <a:blip r:embed="rId7"/>
          <a:srcRect t="14220" b="14220"/>
          <a:stretch>
            <a:fillRect/>
          </a:stretch>
        </p:blipFill>
        <p:spPr>
          <a:xfrm>
            <a:off x="7239000" y="3590925"/>
            <a:ext cx="2076450" cy="1114425"/>
          </a:xfrm>
          <a:prstGeom prst="rect">
            <a:avLst/>
          </a:prstGeom>
        </p:spPr>
      </p:pic>
      <p:pic>
        <p:nvPicPr>
          <p:cNvPr id="33" name="그림 32"/>
          <p:cNvPicPr>
            <a:picLocks noChangeAspect="1"/>
          </p:cNvPicPr>
          <p:nvPr/>
        </p:nvPicPr>
        <p:blipFill>
          <a:blip r:embed="rId8"/>
          <a:srcRect t="14220" b="14220"/>
          <a:stretch>
            <a:fillRect/>
          </a:stretch>
        </p:blipFill>
        <p:spPr>
          <a:xfrm>
            <a:off x="9429750" y="3590925"/>
            <a:ext cx="2076450" cy="1114425"/>
          </a:xfrm>
          <a:prstGeom prst="rect">
            <a:avLst/>
          </a:prstGeom>
        </p:spPr>
      </p:pic>
      <p:pic>
        <p:nvPicPr>
          <p:cNvPr id="34" name="그림 33"/>
          <p:cNvPicPr>
            <a:picLocks noChangeAspect="1"/>
          </p:cNvPicPr>
          <p:nvPr/>
        </p:nvPicPr>
        <p:blipFill>
          <a:blip r:embed="rId9"/>
          <a:srcRect t="14220" b="14220"/>
          <a:stretch>
            <a:fillRect/>
          </a:stretch>
        </p:blipFill>
        <p:spPr>
          <a:xfrm>
            <a:off x="5048250" y="4819650"/>
            <a:ext cx="2076450" cy="1114425"/>
          </a:xfrm>
          <a:prstGeom prst="rect">
            <a:avLst/>
          </a:prstGeom>
        </p:spPr>
      </p:pic>
      <p:pic>
        <p:nvPicPr>
          <p:cNvPr id="35" name="그림 34"/>
          <p:cNvPicPr>
            <a:picLocks noChangeAspect="1"/>
          </p:cNvPicPr>
          <p:nvPr/>
        </p:nvPicPr>
        <p:blipFill>
          <a:blip r:embed="rId10"/>
          <a:srcRect t="14220" b="14220"/>
          <a:stretch>
            <a:fillRect/>
          </a:stretch>
        </p:blipFill>
        <p:spPr>
          <a:xfrm>
            <a:off x="7239000" y="4819650"/>
            <a:ext cx="2076450" cy="1114425"/>
          </a:xfrm>
          <a:prstGeom prst="rect">
            <a:avLst/>
          </a:prstGeom>
        </p:spPr>
      </p:pic>
      <p:pic>
        <p:nvPicPr>
          <p:cNvPr id="36" name="그림 35"/>
          <p:cNvPicPr>
            <a:picLocks noChangeAspect="1"/>
          </p:cNvPicPr>
          <p:nvPr/>
        </p:nvPicPr>
        <p:blipFill>
          <a:blip r:embed="rId11"/>
          <a:srcRect t="14220" b="14220"/>
          <a:stretch>
            <a:fillRect/>
          </a:stretch>
        </p:blipFill>
        <p:spPr>
          <a:xfrm>
            <a:off x="9429750" y="4819650"/>
            <a:ext cx="2076450" cy="1114425"/>
          </a:xfrm>
          <a:prstGeom prst="rect">
            <a:avLst/>
          </a:prstGeom>
        </p:spPr>
      </p:pic>
      <p:sp>
        <p:nvSpPr>
          <p:cNvPr id="19" name="직사각형 18">
            <a:extLst>
              <a:ext uri="{FF2B5EF4-FFF2-40B4-BE49-F238E27FC236}">
                <a16:creationId xmlns:a16="http://schemas.microsoft.com/office/drawing/2014/main" id="{3D4478F0-6B36-41C6-A686-C165A92535F3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11763396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6C5D34C-B267-D76D-63E9-805EACBFFD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6B868C92-BCC7-F60B-3B74-BD83FD75062E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425" b="1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B6BFC31-BF74-585D-CE68-6408C5D05C54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57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트립의</a:t>
            </a:r>
            <a:r>
              <a:rPr kumimoji="0" sz="57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 </a:t>
            </a:r>
            <a:r>
              <a:rPr kumimoji="0" sz="5700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목적</a:t>
            </a:r>
            <a:endParaRPr kumimoji="0" sz="5700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8361BC70-6026-54B4-221A-FDA6FF52CF47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3825" b="1" i="0" u="none" strike="noStrike" kern="1200" cap="none" spc="0" normalizeH="0" baseline="0" noProof="0" dirty="0" err="1">
                <a:ln>
                  <a:noFill/>
                </a:ln>
                <a:solidFill>
                  <a:srgbClr val="62E18C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인컴</a:t>
            </a:r>
            <a:r>
              <a:rPr kumimoji="0" sz="3825" b="1" i="0" u="none" strike="noStrike" kern="1200" cap="none" spc="0" normalizeH="0" baseline="0" noProof="0" dirty="0">
                <a:ln>
                  <a:noFill/>
                </a:ln>
                <a:solidFill>
                  <a:srgbClr val="62E18C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 </a:t>
            </a:r>
            <a:r>
              <a:rPr kumimoji="0" sz="3825" b="1" i="0" u="none" strike="noStrike" kern="1200" cap="none" spc="0" normalizeH="0" baseline="0" noProof="0" dirty="0" err="1">
                <a:ln>
                  <a:noFill/>
                </a:ln>
                <a:solidFill>
                  <a:srgbClr val="62E18C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극대화</a:t>
            </a:r>
            <a:endParaRPr kumimoji="0" sz="3825" b="1" i="0" u="none" strike="noStrike" kern="1200" cap="none" spc="0" normalizeH="0" baseline="0" noProof="0" dirty="0">
              <a:ln>
                <a:noFill/>
              </a:ln>
              <a:solidFill>
                <a:srgbClr val="62E18C"/>
              </a:solidFill>
              <a:effectLst/>
              <a:uLnTx/>
              <a:uFillTx/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62C4C65-6B5C-39F4-73BA-08B3989EFC34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382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배움의 기회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DE39A26-117D-EB01-D25D-22BA62066A2A}"/>
              </a:ext>
            </a:extLst>
          </p:cNvPr>
          <p:cNvSpPr>
            <a:spLocks noGrp="1"/>
          </p:cNvSpPr>
          <p:nvPr/>
        </p:nvSpPr>
        <p:spPr>
          <a:xfrm>
            <a:off x="666750" y="47910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382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리프레시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58CABA3E-E21B-CF52-BAE7-B1381411AEDA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pic>
        <p:nvPicPr>
          <p:cNvPr id="6" name="그림 5" descr="Money Dollar Sign Currency Android Emoji Transparent HQ PNG Download ...">
            <a:extLst>
              <a:ext uri="{FF2B5EF4-FFF2-40B4-BE49-F238E27FC236}">
                <a16:creationId xmlns:a16="http://schemas.microsoft.com/office/drawing/2014/main" id="{F5D3B1C3-38A9-4D66-0DBA-5726BFA209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4"/>
              </a:ext>
            </a:extLst>
          </a:blip>
          <a:stretch>
            <a:fillRect/>
          </a:stretch>
        </p:blipFill>
        <p:spPr>
          <a:xfrm>
            <a:off x="4366489" y="2439080"/>
            <a:ext cx="2292803" cy="2292803"/>
          </a:xfrm>
          <a:prstGeom prst="rect">
            <a:avLst/>
          </a:prstGeom>
        </p:spPr>
      </p:pic>
      <p:pic>
        <p:nvPicPr>
          <p:cNvPr id="12" name="그림 11" descr="주요 자료구조의 시간복잡도">
            <a:extLst>
              <a:ext uri="{FF2B5EF4-FFF2-40B4-BE49-F238E27FC236}">
                <a16:creationId xmlns:a16="http://schemas.microsoft.com/office/drawing/2014/main" id="{A640B4A8-AFF9-495B-555C-3A0406B703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6"/>
              </a:ext>
            </a:extLst>
          </a:blip>
          <a:stretch>
            <a:fillRect/>
          </a:stretch>
        </p:blipFill>
        <p:spPr>
          <a:xfrm>
            <a:off x="6866165" y="2436315"/>
            <a:ext cx="2292803" cy="2292803"/>
          </a:xfrm>
          <a:prstGeom prst="rect">
            <a:avLst/>
          </a:prstGeom>
        </p:spPr>
      </p:pic>
      <p:pic>
        <p:nvPicPr>
          <p:cNvPr id="41" name="그래픽 40" descr="SVG &gt; 인격 혼돈 집중 마음 - 무료 SVG 이미지 및 아이콘. | SVG Silh">
            <a:extLst>
              <a:ext uri="{FF2B5EF4-FFF2-40B4-BE49-F238E27FC236}">
                <a16:creationId xmlns:a16="http://schemas.microsoft.com/office/drawing/2014/main" id="{54BD5451-79D4-5565-ACF1-5FBA6EACA82F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  <a:ext uri="{837473B0-CC2E-450A-ABE3-18F120FF3D39}">
                <a1611:picAttrSrcUrl xmlns:a1611="http://schemas.microsoft.com/office/drawing/2016/11/main" r:id="rId8"/>
              </a:ext>
            </a:extLst>
          </a:blip>
          <a:stretch>
            <a:fillRect/>
          </a:stretch>
        </p:blipFill>
        <p:spPr>
          <a:xfrm>
            <a:off x="9799982" y="2514600"/>
            <a:ext cx="2133204" cy="22145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1015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261D14-40BF-C058-EA59-CD4C2C1C5F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6688402F-988B-CFD6-5625-14B8D4BA1330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425" b="1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C8EA066-7F8C-EF0F-1106-0DA618C43AC8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5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트립의 목적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461FBF-6CE1-FA4F-3F33-6816FFF272C2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인컴</a:t>
            </a:r>
            <a:r>
              <a:rPr sz="3825" b="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극대화</a:t>
            </a:r>
            <a:endParaRPr sz="3825" b="1" dirty="0">
              <a:solidFill>
                <a:srgbClr val="FFFFFF"/>
              </a:solidFill>
              <a:latin typeface="Apple SD Gothic Neo"/>
              <a:ea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B275A5B7-B572-E240-3F0E-7FD1CC7932FC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62E18C"/>
                </a:solidFill>
                <a:latin typeface="Apple SD Gothic Neo"/>
                <a:ea typeface="Apple SD Gothic Neo"/>
              </a:rPr>
              <a:t>배움의</a:t>
            </a:r>
            <a:r>
              <a:rPr sz="3825" b="1" dirty="0">
                <a:solidFill>
                  <a:srgbClr val="62E18C"/>
                </a:solidFill>
                <a:latin typeface="Apple SD Gothic Neo"/>
                <a:ea typeface="Apple SD Gothic Neo"/>
              </a:rPr>
              <a:t> </a:t>
            </a:r>
            <a:r>
              <a:rPr sz="3825" b="1" dirty="0" err="1">
                <a:solidFill>
                  <a:srgbClr val="62E18C"/>
                </a:solidFill>
                <a:latin typeface="Apple SD Gothic Neo"/>
                <a:ea typeface="Apple SD Gothic Neo"/>
              </a:rPr>
              <a:t>기회</a:t>
            </a:r>
            <a:endParaRPr sz="3825" b="1" dirty="0">
              <a:solidFill>
                <a:srgbClr val="62E18C"/>
              </a:solidFill>
              <a:latin typeface="Apple SD Gothic Neo"/>
              <a:ea typeface="Apple SD Gothic Neo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D35908B-0F71-5082-CD17-18359E2D7B01}"/>
              </a:ext>
            </a:extLst>
          </p:cNvPr>
          <p:cNvSpPr>
            <a:spLocks noGrp="1"/>
          </p:cNvSpPr>
          <p:nvPr/>
        </p:nvSpPr>
        <p:spPr>
          <a:xfrm>
            <a:off x="666750" y="47910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3825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리프레시</a:t>
            </a: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0B423038-9B5B-C8ED-5F82-2AEEF2901A52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50BB2CBF-262C-0EA9-1CC0-E749AFD329B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62588" y="0"/>
            <a:ext cx="643401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2113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8DFCFE5-11DD-9D76-6E47-89DC3C528BCA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en-US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COD </a:t>
            </a:r>
            <a:endParaRPr sz="5700" b="1" dirty="0">
              <a:solidFill>
                <a:schemeClr val="bg2">
                  <a:lumMod val="10000"/>
                </a:schemeClr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1BA2D613-0646-1772-F5AB-0E7F1CB38308}"/>
              </a:ext>
            </a:extLst>
          </p:cNvPr>
          <p:cNvSpPr>
            <a:spLocks noGrp="1"/>
          </p:cNvSpPr>
          <p:nvPr/>
        </p:nvSpPr>
        <p:spPr>
          <a:xfrm>
            <a:off x="666750" y="207645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다양한 토픽</a:t>
            </a:r>
            <a:endParaRPr sz="5700" b="1" dirty="0">
              <a:solidFill>
                <a:schemeClr val="bg2">
                  <a:lumMod val="10000"/>
                </a:schemeClr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387CF0B-7A90-B4DB-3A1A-A3DBD3CEE283}"/>
              </a:ext>
            </a:extLst>
          </p:cNvPr>
          <p:cNvSpPr>
            <a:spLocks noGrp="1"/>
          </p:cNvSpPr>
          <p:nvPr/>
        </p:nvSpPr>
        <p:spPr>
          <a:xfrm>
            <a:off x="666750" y="30861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5700" b="1" dirty="0" err="1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트립운영</a:t>
            </a:r>
            <a:r>
              <a:rPr lang="ko-KR" altLang="en-US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 방법</a:t>
            </a:r>
            <a:endParaRPr sz="5700" b="1" dirty="0">
              <a:solidFill>
                <a:schemeClr val="bg2">
                  <a:lumMod val="10000"/>
                </a:schemeClr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7A7EE4E9-32DE-5674-6596-F1696FE98D44}"/>
              </a:ext>
            </a:extLst>
          </p:cNvPr>
          <p:cNvSpPr>
            <a:spLocks noGrp="1"/>
          </p:cNvSpPr>
          <p:nvPr/>
        </p:nvSpPr>
        <p:spPr>
          <a:xfrm>
            <a:off x="666750" y="409575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세일즈 </a:t>
            </a:r>
            <a:r>
              <a:rPr lang="en-US" altLang="ko-KR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TIP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C1E8DBD-A815-153C-AA68-4FF9CD1A6BF7}"/>
              </a:ext>
            </a:extLst>
          </p:cNvPr>
          <p:cNvSpPr>
            <a:spLocks noGrp="1"/>
          </p:cNvSpPr>
          <p:nvPr/>
        </p:nvSpPr>
        <p:spPr>
          <a:xfrm>
            <a:off x="666750" y="51054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5700" b="1" dirty="0">
                <a:solidFill>
                  <a:schemeClr val="bg2">
                    <a:lumMod val="10000"/>
                  </a:schemeClr>
                </a:solidFill>
                <a:latin typeface="Apple SD Gothic Neo"/>
                <a:ea typeface="Apple SD Gothic Neo"/>
                <a:cs typeface="Apple SD Gothic Neo"/>
              </a:rPr>
              <a:t>네트워킹</a:t>
            </a:r>
            <a:endParaRPr lang="en-US" altLang="ko-KR" sz="5700" b="1" dirty="0">
              <a:solidFill>
                <a:schemeClr val="bg2">
                  <a:lumMod val="10000"/>
                </a:schemeClr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27212673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29693D-9F9A-1D89-1291-86F19F71E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직사각형 19">
            <a:extLst>
              <a:ext uri="{FF2B5EF4-FFF2-40B4-BE49-F238E27FC236}">
                <a16:creationId xmlns:a16="http://schemas.microsoft.com/office/drawing/2014/main" id="{A904EEED-8278-74B5-55FD-83A869B44114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425" b="1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01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9E89F8C-C1A7-70CF-AFFA-F3CDE3D8AE24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57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트립의 목적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28672BCB-211A-7B60-32C0-6E986CD64346}"/>
              </a:ext>
            </a:extLst>
          </p:cNvPr>
          <p:cNvSpPr>
            <a:spLocks noGrp="1"/>
          </p:cNvSpPr>
          <p:nvPr/>
        </p:nvSpPr>
        <p:spPr>
          <a:xfrm>
            <a:off x="666750" y="23526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인컴</a:t>
            </a:r>
            <a:r>
              <a:rPr sz="3825" b="1" dirty="0">
                <a:solidFill>
                  <a:srgbClr val="FFFFFF"/>
                </a:solidFill>
                <a:latin typeface="Apple SD Gothic Neo"/>
                <a:ea typeface="Apple SD Gothic Neo"/>
              </a:rPr>
              <a:t> </a:t>
            </a:r>
            <a:r>
              <a:rPr sz="3825" b="1" dirty="0" err="1">
                <a:solidFill>
                  <a:srgbClr val="FFFFFF"/>
                </a:solidFill>
                <a:latin typeface="Apple SD Gothic Neo"/>
                <a:ea typeface="Apple SD Gothic Neo"/>
              </a:rPr>
              <a:t>극대화</a:t>
            </a:r>
            <a:endParaRPr sz="3825" b="1" dirty="0">
              <a:solidFill>
                <a:srgbClr val="FFFFFF"/>
              </a:solidFill>
              <a:latin typeface="Apple SD Gothic Neo"/>
              <a:ea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303E2447-F730-1660-9B94-1155DF910971}"/>
              </a:ext>
            </a:extLst>
          </p:cNvPr>
          <p:cNvSpPr>
            <a:spLocks noGrp="1"/>
          </p:cNvSpPr>
          <p:nvPr/>
        </p:nvSpPr>
        <p:spPr>
          <a:xfrm>
            <a:off x="666750" y="35718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3825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배움의</a:t>
            </a:r>
            <a:r>
              <a:rPr kumimoji="0" sz="3825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 </a:t>
            </a:r>
            <a:r>
              <a:rPr kumimoji="0" sz="3825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기회</a:t>
            </a:r>
            <a:endParaRPr kumimoji="0" sz="3825" b="1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B81F4D2-92CB-2C9C-64F7-05CECDC96EBA}"/>
              </a:ext>
            </a:extLst>
          </p:cNvPr>
          <p:cNvSpPr>
            <a:spLocks noGrp="1"/>
          </p:cNvSpPr>
          <p:nvPr/>
        </p:nvSpPr>
        <p:spPr>
          <a:xfrm>
            <a:off x="666750" y="4791075"/>
            <a:ext cx="4191000" cy="7429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38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825" b="1" dirty="0" err="1">
                <a:solidFill>
                  <a:srgbClr val="62E18C"/>
                </a:solidFill>
                <a:latin typeface="Apple SD Gothic Neo"/>
                <a:ea typeface="Apple SD Gothic Neo"/>
              </a:rPr>
              <a:t>리프레시</a:t>
            </a:r>
            <a:endParaRPr sz="3825" b="1" dirty="0">
              <a:solidFill>
                <a:srgbClr val="62E18C"/>
              </a:solidFill>
              <a:latin typeface="Apple SD Gothic Neo"/>
              <a:ea typeface="Apple SD Gothic Neo"/>
            </a:endParaRPr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38757CAB-DBA0-7279-2744-7A52C27D40C7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marL="0" marR="0" lvl="0" indent="0" algn="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kumimoji="0" sz="1200" b="0" i="0" u="none" strike="noStrike" kern="1200" cap="none" spc="0" normalizeH="0" baseline="0" noProof="0">
                <a:ln>
                  <a:noFill/>
                </a:ln>
                <a:solidFill>
                  <a:srgbClr val="CFCCC7"/>
                </a:solidFill>
                <a:effectLst/>
                <a:uLnTx/>
                <a:uFillTx/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0D0A77D-E417-6774-0CFE-BDF28D9CB15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63885" y="1156607"/>
            <a:ext cx="6096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321989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30067D1F-F5A2-432C-8740-DA6AD66114C2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02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35B9008-1528-4669-BDD4-F0DD9DC77BED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트립지역 선정하기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5A34CF4-07EB-45FB-8666-D48A4743163C}"/>
              </a:ext>
            </a:extLst>
          </p:cNvPr>
          <p:cNvSpPr>
            <a:spLocks noGrp="1"/>
          </p:cNvSpPr>
          <p:nvPr/>
        </p:nvSpPr>
        <p:spPr>
          <a:xfrm>
            <a:off x="666750" y="2762250"/>
            <a:ext cx="4810125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CTM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ED27B98-1BE2-4D0A-9266-E33BF4B417D5}"/>
              </a:ext>
            </a:extLst>
          </p:cNvPr>
          <p:cNvSpPr>
            <a:spLocks noGrp="1"/>
          </p:cNvSpPr>
          <p:nvPr/>
        </p:nvSpPr>
        <p:spPr>
          <a:xfrm>
            <a:off x="704850" y="4305300"/>
            <a:ext cx="504825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소통 / 자료 요청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09CF83B4-4AA7-4792-A66E-CAE07ED1A74A}"/>
              </a:ext>
            </a:extLst>
          </p:cNvPr>
          <p:cNvSpPr>
            <a:spLocks noGrp="1"/>
          </p:cNvSpPr>
          <p:nvPr/>
        </p:nvSpPr>
        <p:spPr>
          <a:xfrm>
            <a:off x="6781800" y="2762250"/>
            <a:ext cx="47434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00" b="1" dirty="0" err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동료</a:t>
            </a:r>
            <a:endParaRPr sz="8100" b="1" dirty="0">
              <a:solidFill>
                <a:srgbClr val="141417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08BE22E-D656-4013-950F-FA72394A3A1A}"/>
              </a:ext>
            </a:extLst>
          </p:cNvPr>
          <p:cNvSpPr>
            <a:spLocks noGrp="1"/>
          </p:cNvSpPr>
          <p:nvPr/>
        </p:nvSpPr>
        <p:spPr>
          <a:xfrm>
            <a:off x="6829425" y="4305300"/>
            <a:ext cx="46958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경험 / 피드백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A13A83F-9672-40C7-B7CD-F85892AC28A8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7789529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ADEE62EC-FCD3-DDD5-544C-ECE245BA9D5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4222"/>
          <a:stretch>
            <a:fillRect/>
          </a:stretch>
        </p:blipFill>
        <p:spPr>
          <a:xfrm>
            <a:off x="2840623" y="250374"/>
            <a:ext cx="9351378" cy="6215740"/>
          </a:xfrm>
          <a:prstGeom prst="rect">
            <a:avLst/>
          </a:prstGeom>
        </p:spPr>
      </p:pic>
      <p:sp>
        <p:nvSpPr>
          <p:cNvPr id="5" name="직사각형 4">
            <a:extLst>
              <a:ext uri="{FF2B5EF4-FFF2-40B4-BE49-F238E27FC236}">
                <a16:creationId xmlns:a16="http://schemas.microsoft.com/office/drawing/2014/main" id="{B54D1388-17FA-C0D1-F7DC-99BFFD66F63A}"/>
              </a:ext>
            </a:extLst>
          </p:cNvPr>
          <p:cNvSpPr>
            <a:spLocks noGrp="1"/>
          </p:cNvSpPr>
          <p:nvPr/>
        </p:nvSpPr>
        <p:spPr>
          <a:xfrm>
            <a:off x="468898" y="2739119"/>
            <a:ext cx="47434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8100" b="1" dirty="0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강수</a:t>
            </a:r>
            <a:endParaRPr sz="8100" b="1" dirty="0">
              <a:solidFill>
                <a:srgbClr val="141417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3274262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9FD28-A91B-C3A8-944F-42D6EAC0E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1FBA355F-7DA2-2E43-2C6F-680676D7DCA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41"/>
          <a:stretch>
            <a:fillRect/>
          </a:stretch>
        </p:blipFill>
        <p:spPr>
          <a:xfrm>
            <a:off x="3080656" y="62523"/>
            <a:ext cx="8937172" cy="6732953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C21C6C4A-DD25-0890-D128-DFF67349FDB6}"/>
              </a:ext>
            </a:extLst>
          </p:cNvPr>
          <p:cNvSpPr>
            <a:spLocks noGrp="1"/>
          </p:cNvSpPr>
          <p:nvPr/>
        </p:nvSpPr>
        <p:spPr>
          <a:xfrm>
            <a:off x="468898" y="2739119"/>
            <a:ext cx="4743450" cy="1238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lang="ko-KR" altLang="en-US" sz="8100" b="1" dirty="0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예보</a:t>
            </a:r>
            <a:endParaRPr sz="8100" b="1" dirty="0">
              <a:solidFill>
                <a:srgbClr val="141417"/>
              </a:solidFill>
              <a:latin typeface="Apple SD Gothic Neo"/>
              <a:ea typeface="Apple SD Gothic Neo"/>
              <a:cs typeface="Apple SD Gothic Neo"/>
            </a:endParaRPr>
          </a:p>
        </p:txBody>
      </p:sp>
    </p:spTree>
    <p:extLst>
      <p:ext uri="{BB962C8B-B14F-4D97-AF65-F5344CB8AC3E}">
        <p14:creationId xmlns:p14="http://schemas.microsoft.com/office/powerpoint/2010/main" val="302916300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직사각형 12">
            <a:extLst>
              <a:ext uri="{FF2B5EF4-FFF2-40B4-BE49-F238E27FC236}">
                <a16:creationId xmlns:a16="http://schemas.microsoft.com/office/drawing/2014/main" id="{FC6B3C65-9B30-4774-80B6-969FDC3A7EFA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0880674-DF0D-4B98-BB1B-1BC1864540F2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트립계획하기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D34AB9BC-C038-43C2-8C31-B9C84991628C}"/>
              </a:ext>
            </a:extLst>
          </p:cNvPr>
          <p:cNvSpPr>
            <a:spLocks noGrp="1"/>
          </p:cNvSpPr>
          <p:nvPr/>
        </p:nvSpPr>
        <p:spPr>
          <a:xfrm>
            <a:off x="733425" y="2524125"/>
            <a:ext cx="8001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4490569-63DB-47C3-AB22-D7B02DF3C7D3}"/>
              </a:ext>
            </a:extLst>
          </p:cNvPr>
          <p:cNvSpPr>
            <a:spLocks noGrp="1"/>
          </p:cNvSpPr>
          <p:nvPr/>
        </p:nvSpPr>
        <p:spPr>
          <a:xfrm>
            <a:off x="2000250" y="2495550"/>
            <a:ext cx="561975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사이트 선정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5A6EF6E5-58B0-408F-BD94-F04F8B7A0BFC}"/>
              </a:ext>
            </a:extLst>
          </p:cNvPr>
          <p:cNvSpPr>
            <a:spLocks noGrp="1"/>
          </p:cNvSpPr>
          <p:nvPr/>
        </p:nvSpPr>
        <p:spPr>
          <a:xfrm>
            <a:off x="7905750" y="2743200"/>
            <a:ext cx="3619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CTM 자료 참고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4DF7DE0-8136-4AA0-AF07-6A564A099219}"/>
              </a:ext>
            </a:extLst>
          </p:cNvPr>
          <p:cNvSpPr>
            <a:spLocks noGrp="1"/>
          </p:cNvSpPr>
          <p:nvPr/>
        </p:nvSpPr>
        <p:spPr>
          <a:xfrm>
            <a:off x="733425" y="3648075"/>
            <a:ext cx="8001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2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209A80B0-15B9-4001-A3C3-DD98FB90A5D9}"/>
              </a:ext>
            </a:extLst>
          </p:cNvPr>
          <p:cNvSpPr>
            <a:spLocks noGrp="1"/>
          </p:cNvSpPr>
          <p:nvPr/>
        </p:nvSpPr>
        <p:spPr>
          <a:xfrm>
            <a:off x="2000250" y="3619500"/>
            <a:ext cx="561975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목표 설정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EA079C0-639B-42CC-92EE-9E317E1EA361}"/>
              </a:ext>
            </a:extLst>
          </p:cNvPr>
          <p:cNvSpPr>
            <a:spLocks noGrp="1"/>
          </p:cNvSpPr>
          <p:nvPr/>
        </p:nvSpPr>
        <p:spPr>
          <a:xfrm>
            <a:off x="7905750" y="3867150"/>
            <a:ext cx="3619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Profit / Progress / People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AA13F94-B432-4807-BC0C-4E8ACC3F0361}"/>
              </a:ext>
            </a:extLst>
          </p:cNvPr>
          <p:cNvSpPr>
            <a:spLocks noGrp="1"/>
          </p:cNvSpPr>
          <p:nvPr/>
        </p:nvSpPr>
        <p:spPr>
          <a:xfrm>
            <a:off x="733425" y="4772025"/>
            <a:ext cx="800100" cy="714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32109B2-521B-4610-BE7F-F6BBCD9E73C9}"/>
              </a:ext>
            </a:extLst>
          </p:cNvPr>
          <p:cNvSpPr>
            <a:spLocks noGrp="1"/>
          </p:cNvSpPr>
          <p:nvPr/>
        </p:nvSpPr>
        <p:spPr>
          <a:xfrm>
            <a:off x="2000250" y="4743450"/>
            <a:ext cx="5619750" cy="7905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44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개인 계획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B9879C6A-D0A7-44E7-9F23-2DBC387634AB}"/>
              </a:ext>
            </a:extLst>
          </p:cNvPr>
          <p:cNvSpPr>
            <a:spLocks noGrp="1"/>
          </p:cNvSpPr>
          <p:nvPr/>
        </p:nvSpPr>
        <p:spPr>
          <a:xfrm>
            <a:off x="7905750" y="4991100"/>
            <a:ext cx="3619500" cy="400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테마 / 배움 / 약속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C701B684-4728-4FF2-96FF-56561C4DE617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4727413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5DD8011E-384A-8940-2553-F87D4B70D8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6871" y="1271815"/>
            <a:ext cx="6642100" cy="45974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EF9180EE-3CAF-DA4F-F303-45D45E5BFA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686" y="463550"/>
            <a:ext cx="4826000" cy="5778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499819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BF5ECF7A-0EFE-4E34-A44D-035FD38F4F08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FEEAC8BB-8CCC-4987-992E-D1C3F39DCC9D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사이트 선정</a:t>
            </a:r>
          </a:p>
        </p:txBody>
      </p:sp>
      <p:pic>
        <p:nvPicPr>
          <p:cNvPr id="14" name="그림 13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7847409" y="1714500"/>
            <a:ext cx="3307556" cy="4410075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3E2DC47D-C8C5-4F87-A2D3-75BC0FE114C2}"/>
              </a:ext>
            </a:extLst>
          </p:cNvPr>
          <p:cNvSpPr>
            <a:spLocks noGrp="1"/>
          </p:cNvSpPr>
          <p:nvPr/>
        </p:nvSpPr>
        <p:spPr>
          <a:xfrm>
            <a:off x="704850" y="2371725"/>
            <a:ext cx="60483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CTM 자료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D9A75FA-38CC-4558-B433-F8DB7DA8B47E}"/>
              </a:ext>
            </a:extLst>
          </p:cNvPr>
          <p:cNvSpPr>
            <a:spLocks noGrp="1"/>
          </p:cNvSpPr>
          <p:nvPr/>
        </p:nvSpPr>
        <p:spPr>
          <a:xfrm>
            <a:off x="704850" y="3114675"/>
            <a:ext cx="304800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카카오맵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7D3CF8A-F097-40AB-BA1D-55AF4C8F389B}"/>
              </a:ext>
            </a:extLst>
          </p:cNvPr>
          <p:cNvSpPr>
            <a:spLocks noGrp="1"/>
          </p:cNvSpPr>
          <p:nvPr/>
        </p:nvSpPr>
        <p:spPr>
          <a:xfrm>
            <a:off x="704850" y="3857625"/>
            <a:ext cx="3333750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네이버지도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AC439DE2-0A17-4DA1-9136-98E3971BF5A6}"/>
              </a:ext>
            </a:extLst>
          </p:cNvPr>
          <p:cNvSpPr>
            <a:spLocks noGrp="1"/>
          </p:cNvSpPr>
          <p:nvPr/>
        </p:nvSpPr>
        <p:spPr>
          <a:xfrm>
            <a:off x="704850" y="4600575"/>
            <a:ext cx="6238875" cy="5810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3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사용 가능 여부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E209D189-E649-4DAE-ABA7-A96E8D3F7A99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44405371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직사각형 13">
            <a:extLst>
              <a:ext uri="{FF2B5EF4-FFF2-40B4-BE49-F238E27FC236}">
                <a16:creationId xmlns:a16="http://schemas.microsoft.com/office/drawing/2014/main" id="{357EB00C-0E32-4C6C-A513-BC97E569B7C8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5B0751E7-3427-4A3B-BD4E-C656EE1AB002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 목표 설정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588230B9-E532-4647-AE26-247B0969AE70}"/>
              </a:ext>
            </a:extLst>
          </p:cNvPr>
          <p:cNvSpPr>
            <a:spLocks noGrp="1"/>
          </p:cNvSpPr>
          <p:nvPr/>
        </p:nvSpPr>
        <p:spPr>
          <a:xfrm>
            <a:off x="638175" y="2314575"/>
            <a:ext cx="3143250" cy="1609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87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A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96111CC-0109-411E-869E-9B8CBA51EB95}"/>
              </a:ext>
            </a:extLst>
          </p:cNvPr>
          <p:cNvSpPr>
            <a:spLocks noGrp="1"/>
          </p:cNvSpPr>
          <p:nvPr/>
        </p:nvSpPr>
        <p:spPr>
          <a:xfrm>
            <a:off x="704850" y="4048125"/>
            <a:ext cx="3419475" cy="676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Best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0F8BC7-8DE1-4614-8167-77F7D11E4230}"/>
              </a:ext>
            </a:extLst>
          </p:cNvPr>
          <p:cNvSpPr>
            <a:spLocks noGrp="1"/>
          </p:cNvSpPr>
          <p:nvPr/>
        </p:nvSpPr>
        <p:spPr>
          <a:xfrm>
            <a:off x="723900" y="4914900"/>
            <a:ext cx="3429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최고의 결과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E5320CB-3062-43E7-95EB-65E259610370}"/>
              </a:ext>
            </a:extLst>
          </p:cNvPr>
          <p:cNvSpPr>
            <a:spLocks noGrp="1"/>
          </p:cNvSpPr>
          <p:nvPr/>
        </p:nvSpPr>
        <p:spPr>
          <a:xfrm>
            <a:off x="4352925" y="2314575"/>
            <a:ext cx="3143250" cy="1609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B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4CB5CB6-C8D0-4507-B603-84A241F8EF82}"/>
              </a:ext>
            </a:extLst>
          </p:cNvPr>
          <p:cNvSpPr>
            <a:spLocks noGrp="1"/>
          </p:cNvSpPr>
          <p:nvPr/>
        </p:nvSpPr>
        <p:spPr>
          <a:xfrm>
            <a:off x="4419600" y="4048125"/>
            <a:ext cx="3419475" cy="676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Good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5DC5F09-A5FD-44FB-87D5-F1F4531B0A54}"/>
              </a:ext>
            </a:extLst>
          </p:cNvPr>
          <p:cNvSpPr>
            <a:spLocks noGrp="1"/>
          </p:cNvSpPr>
          <p:nvPr/>
        </p:nvSpPr>
        <p:spPr>
          <a:xfrm>
            <a:off x="4438650" y="4914900"/>
            <a:ext cx="3429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좋은 결과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E41E2CD-CE99-4C50-A249-570AC09AB76E}"/>
              </a:ext>
            </a:extLst>
          </p:cNvPr>
          <p:cNvSpPr>
            <a:spLocks noGrp="1"/>
          </p:cNvSpPr>
          <p:nvPr/>
        </p:nvSpPr>
        <p:spPr>
          <a:xfrm>
            <a:off x="8067675" y="2314575"/>
            <a:ext cx="3143250" cy="1609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087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C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1FEAA32-9105-46C9-A612-6B671F2F634E}"/>
              </a:ext>
            </a:extLst>
          </p:cNvPr>
          <p:cNvSpPr>
            <a:spLocks noGrp="1"/>
          </p:cNvSpPr>
          <p:nvPr/>
        </p:nvSpPr>
        <p:spPr>
          <a:xfrm>
            <a:off x="8134350" y="4048125"/>
            <a:ext cx="3419475" cy="6762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360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Minimum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84FE8207-D38C-4C16-A6A0-B9FDF2F885B1}"/>
              </a:ext>
            </a:extLst>
          </p:cNvPr>
          <p:cNvSpPr>
            <a:spLocks noGrp="1"/>
          </p:cNvSpPr>
          <p:nvPr/>
        </p:nvSpPr>
        <p:spPr>
          <a:xfrm>
            <a:off x="8153400" y="4914900"/>
            <a:ext cx="3429000" cy="4476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최소한의 결과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325AC0BD-1AE4-4728-80FB-887CB6C11605}"/>
              </a:ext>
            </a:extLst>
          </p:cNvPr>
          <p:cNvSpPr>
            <a:spLocks noGrp="1"/>
          </p:cNvSpPr>
          <p:nvPr/>
        </p:nvSpPr>
        <p:spPr>
          <a:xfrm>
            <a:off x="723900" y="5953125"/>
            <a:ext cx="952500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87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87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스코어 / 클로즈 / 보상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BB0B574E-7E62-4BA0-A31E-6ED45FE744C6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9285932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>
            <a:extLst>
              <a:ext uri="{FF2B5EF4-FFF2-40B4-BE49-F238E27FC236}">
                <a16:creationId xmlns:a16="http://schemas.microsoft.com/office/drawing/2014/main" id="{0ED54047-2923-B42A-F608-62E11EA371F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9778"/>
          <a:stretch>
            <a:fillRect/>
          </a:stretch>
        </p:blipFill>
        <p:spPr>
          <a:xfrm>
            <a:off x="1" y="0"/>
            <a:ext cx="4419600" cy="6858000"/>
          </a:xfrm>
          <a:prstGeom prst="rect">
            <a:avLst/>
          </a:prstGeom>
        </p:spPr>
      </p:pic>
      <p:pic>
        <p:nvPicPr>
          <p:cNvPr id="3" name="그림 2">
            <a:extLst>
              <a:ext uri="{FF2B5EF4-FFF2-40B4-BE49-F238E27FC236}">
                <a16:creationId xmlns:a16="http://schemas.microsoft.com/office/drawing/2014/main" id="{060E072F-079F-7E8C-2AC7-868DFE975A7A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540" r="1540"/>
          <a:stretch>
            <a:fillRect/>
          </a:stretch>
        </p:blipFill>
        <p:spPr>
          <a:xfrm>
            <a:off x="4528456" y="338384"/>
            <a:ext cx="7532915" cy="58982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19585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0C7E839F-8FBB-43D6-8737-63FFF8584817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03  트립계획하기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4BE60DD0-39F3-4D53-B274-814B344EF071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나의 트립계획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6775C32-5F80-4EA9-9577-00464F248F78}"/>
              </a:ext>
            </a:extLst>
          </p:cNvPr>
          <p:cNvSpPr>
            <a:spLocks noGrp="1"/>
          </p:cNvSpPr>
          <p:nvPr/>
        </p:nvSpPr>
        <p:spPr>
          <a:xfrm>
            <a:off x="723900" y="2333625"/>
            <a:ext cx="10191750" cy="3429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임재영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16A23F3-1A58-4A55-8E40-EEA165B0C9EC}"/>
              </a:ext>
            </a:extLst>
          </p:cNvPr>
          <p:cNvSpPr>
            <a:spLocks noGrp="1"/>
          </p:cNvSpPr>
          <p:nvPr/>
        </p:nvSpPr>
        <p:spPr>
          <a:xfrm>
            <a:off x="666750" y="2905125"/>
            <a:ext cx="106965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4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BEP 넘기고 오기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AD48A27F-7C2C-4F3D-B28B-4168109BF9A8}"/>
              </a:ext>
            </a:extLst>
          </p:cNvPr>
          <p:cNvSpPr>
            <a:spLocks noGrp="1"/>
          </p:cNvSpPr>
          <p:nvPr/>
        </p:nvSpPr>
        <p:spPr>
          <a:xfrm>
            <a:off x="666750" y="3876675"/>
            <a:ext cx="10696575" cy="9525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4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4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PB 찍고 가기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E589D93A-2885-4598-B736-5C5D67C8C712}"/>
              </a:ext>
            </a:extLst>
          </p:cNvPr>
          <p:cNvSpPr>
            <a:spLocks noGrp="1"/>
          </p:cNvSpPr>
          <p:nvPr/>
        </p:nvSpPr>
        <p:spPr>
          <a:xfrm>
            <a:off x="723900" y="5486400"/>
            <a:ext cx="533400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배우고 싶은 것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86A8CC9-F18C-4943-924C-85ADFE0BF027}"/>
              </a:ext>
            </a:extLst>
          </p:cNvPr>
          <p:cNvSpPr>
            <a:spLocks noGrp="1"/>
          </p:cNvSpPr>
          <p:nvPr/>
        </p:nvSpPr>
        <p:spPr>
          <a:xfrm>
            <a:off x="723900" y="5924550"/>
            <a:ext cx="5715000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컨텍 / STP / 트립 운영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824DCF8-1575-4A00-9628-01CEDF3FBCFF}"/>
              </a:ext>
            </a:extLst>
          </p:cNvPr>
          <p:cNvSpPr>
            <a:spLocks noGrp="1"/>
          </p:cNvSpPr>
          <p:nvPr/>
        </p:nvSpPr>
        <p:spPr>
          <a:xfrm>
            <a:off x="7000875" y="5486400"/>
            <a:ext cx="4505325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02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지킬 약속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D9B954A4-1901-4AA8-8D76-0CD0E49B68D1}"/>
              </a:ext>
            </a:extLst>
          </p:cNvPr>
          <p:cNvSpPr>
            <a:spLocks noGrp="1"/>
          </p:cNvSpPr>
          <p:nvPr/>
        </p:nvSpPr>
        <p:spPr>
          <a:xfrm>
            <a:off x="7000875" y="5924550"/>
            <a:ext cx="4505325" cy="3333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필드시간 / 루틴 / 서로 신뢰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C49DA10-5D06-4325-9C01-48E60EE03DE6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13985478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E0D8EDAF-EB22-029A-15F6-B974399E39A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0057" y="0"/>
            <a:ext cx="4852686" cy="685800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2D765A3-898B-25D6-09B9-8A608A799B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8979" y="0"/>
            <a:ext cx="626210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26155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직사각형 18">
            <a:extLst>
              <a:ext uri="{FF2B5EF4-FFF2-40B4-BE49-F238E27FC236}">
                <a16:creationId xmlns:a16="http://schemas.microsoft.com/office/drawing/2014/main" id="{1167DD82-682A-41EA-8FEC-056489D41617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F7FD935-1D8F-4679-8AC9-C94D1A683BE3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트립운영하기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E1C68D72-D233-4CFB-AE9D-4EBBE70AF5D2}"/>
              </a:ext>
            </a:extLst>
          </p:cNvPr>
          <p:cNvSpPr>
            <a:spLocks noGrp="1"/>
          </p:cNvSpPr>
          <p:nvPr/>
        </p:nvSpPr>
        <p:spPr>
          <a:xfrm>
            <a:off x="704850" y="2667000"/>
            <a:ext cx="203835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월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6CBD5F5-6433-418D-A5F9-D2A67A837392}"/>
              </a:ext>
            </a:extLst>
          </p:cNvPr>
          <p:cNvSpPr>
            <a:spLocks noGrp="1"/>
          </p:cNvSpPr>
          <p:nvPr/>
        </p:nvSpPr>
        <p:spPr>
          <a:xfrm>
            <a:off x="704850" y="4229100"/>
            <a:ext cx="20383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기강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F74734A-2539-4CD8-B474-E442DEC61755}"/>
              </a:ext>
            </a:extLst>
          </p:cNvPr>
          <p:cNvSpPr>
            <a:spLocks noGrp="1"/>
          </p:cNvSpPr>
          <p:nvPr/>
        </p:nvSpPr>
        <p:spPr>
          <a:xfrm>
            <a:off x="704850" y="4933950"/>
            <a:ext cx="2038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첫날 집중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D541B5A-90C3-45CD-A933-ACC5314D530B}"/>
              </a:ext>
            </a:extLst>
          </p:cNvPr>
          <p:cNvSpPr>
            <a:spLocks noGrp="1"/>
          </p:cNvSpPr>
          <p:nvPr/>
        </p:nvSpPr>
        <p:spPr>
          <a:xfrm>
            <a:off x="2886075" y="2667000"/>
            <a:ext cx="203835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화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1078DA5-95E4-4B7C-A89B-63B22D94798C}"/>
              </a:ext>
            </a:extLst>
          </p:cNvPr>
          <p:cNvSpPr>
            <a:spLocks noGrp="1"/>
          </p:cNvSpPr>
          <p:nvPr/>
        </p:nvSpPr>
        <p:spPr>
          <a:xfrm>
            <a:off x="2886075" y="4229100"/>
            <a:ext cx="20383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태도유지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20A2F020-859A-418C-ACF2-45E893BF53A2}"/>
              </a:ext>
            </a:extLst>
          </p:cNvPr>
          <p:cNvSpPr>
            <a:spLocks noGrp="1"/>
          </p:cNvSpPr>
          <p:nvPr/>
        </p:nvSpPr>
        <p:spPr>
          <a:xfrm>
            <a:off x="2886075" y="4933950"/>
            <a:ext cx="2038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첫날의 태도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B1B4D3FD-65D7-45DA-82A2-E9D4CA669340}"/>
              </a:ext>
            </a:extLst>
          </p:cNvPr>
          <p:cNvSpPr>
            <a:spLocks noGrp="1"/>
          </p:cNvSpPr>
          <p:nvPr/>
        </p:nvSpPr>
        <p:spPr>
          <a:xfrm>
            <a:off x="5067300" y="2667000"/>
            <a:ext cx="203835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02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3FB49C0-C76D-47CC-AFA0-E1074BF22112}"/>
              </a:ext>
            </a:extLst>
          </p:cNvPr>
          <p:cNvSpPr>
            <a:spLocks noGrp="1"/>
          </p:cNvSpPr>
          <p:nvPr/>
        </p:nvSpPr>
        <p:spPr>
          <a:xfrm>
            <a:off x="5067300" y="4229100"/>
            <a:ext cx="20383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액티비티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5677103E-5E4F-4067-B988-C63595880843}"/>
              </a:ext>
            </a:extLst>
          </p:cNvPr>
          <p:cNvSpPr>
            <a:spLocks noGrp="1"/>
          </p:cNvSpPr>
          <p:nvPr/>
        </p:nvSpPr>
        <p:spPr>
          <a:xfrm>
            <a:off x="5067300" y="4933950"/>
            <a:ext cx="2038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함께 재충전</a:t>
            </a:r>
          </a:p>
        </p:txBody>
      </p:sp>
      <p:sp>
        <p:nvSpPr>
          <p:cNvPr id="12" name="직사각형 11">
            <a:extLst>
              <a:ext uri="{FF2B5EF4-FFF2-40B4-BE49-F238E27FC236}">
                <a16:creationId xmlns:a16="http://schemas.microsoft.com/office/drawing/2014/main" id="{81057135-5662-4054-86B0-A69FFA995E5A}"/>
              </a:ext>
            </a:extLst>
          </p:cNvPr>
          <p:cNvSpPr>
            <a:spLocks noGrp="1"/>
          </p:cNvSpPr>
          <p:nvPr/>
        </p:nvSpPr>
        <p:spPr>
          <a:xfrm>
            <a:off x="7248525" y="2667000"/>
            <a:ext cx="203835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목</a:t>
            </a: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99BAF0B-A179-41E2-B003-D3394408A62A}"/>
              </a:ext>
            </a:extLst>
          </p:cNvPr>
          <p:cNvSpPr>
            <a:spLocks noGrp="1"/>
          </p:cNvSpPr>
          <p:nvPr/>
        </p:nvSpPr>
        <p:spPr>
          <a:xfrm>
            <a:off x="7248525" y="4229100"/>
            <a:ext cx="20383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PB 달성</a:t>
            </a: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0F199E55-F10A-4C34-AF31-8F2A59447A08}"/>
              </a:ext>
            </a:extLst>
          </p:cNvPr>
          <p:cNvSpPr>
            <a:spLocks noGrp="1"/>
          </p:cNvSpPr>
          <p:nvPr/>
        </p:nvSpPr>
        <p:spPr>
          <a:xfrm>
            <a:off x="7248525" y="4933950"/>
            <a:ext cx="2038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최고 결과</a:t>
            </a:r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04EB765D-AACE-40D1-81D1-13288FA694F8}"/>
              </a:ext>
            </a:extLst>
          </p:cNvPr>
          <p:cNvSpPr>
            <a:spLocks noGrp="1"/>
          </p:cNvSpPr>
          <p:nvPr/>
        </p:nvSpPr>
        <p:spPr>
          <a:xfrm>
            <a:off x="9429750" y="2667000"/>
            <a:ext cx="2038350" cy="1266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금</a:t>
            </a:r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33ACCAA8-0D2B-4B3F-B919-31A356B1796D}"/>
              </a:ext>
            </a:extLst>
          </p:cNvPr>
          <p:cNvSpPr>
            <a:spLocks noGrp="1"/>
          </p:cNvSpPr>
          <p:nvPr/>
        </p:nvSpPr>
        <p:spPr>
          <a:xfrm>
            <a:off x="9429750" y="4229100"/>
            <a:ext cx="2038350" cy="5429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550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빠벨</a:t>
            </a:r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85C18496-E9CF-43C5-83D9-EED401C5EA9A}"/>
              </a:ext>
            </a:extLst>
          </p:cNvPr>
          <p:cNvSpPr>
            <a:spLocks noGrp="1"/>
          </p:cNvSpPr>
          <p:nvPr/>
        </p:nvSpPr>
        <p:spPr>
          <a:xfrm>
            <a:off x="9429750" y="4933950"/>
            <a:ext cx="2038350" cy="3810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725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빠른 복귀</a:t>
            </a: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302D5382-82F7-4635-A991-55797CD09B2E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09</a:t>
            </a:r>
          </a:p>
        </p:txBody>
      </p:sp>
    </p:spTree>
    <p:extLst>
      <p:ext uri="{BB962C8B-B14F-4D97-AF65-F5344CB8AC3E}">
        <p14:creationId xmlns:p14="http://schemas.microsoft.com/office/powerpoint/2010/main" val="83203985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>
            <a:extLst>
              <a:ext uri="{FF2B5EF4-FFF2-40B4-BE49-F238E27FC236}">
                <a16:creationId xmlns:a16="http://schemas.microsoft.com/office/drawing/2014/main" id="{5A430396-01EF-47AE-A1CA-EBE563F6A079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04  트립운영하기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A607BA99-D551-4856-925F-270D973F8EA1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요일별 운영 기준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67A2E736-C198-4134-A4A1-6D261078EF6C}"/>
              </a:ext>
            </a:extLst>
          </p:cNvPr>
          <p:cNvSpPr>
            <a:spLocks noGrp="1"/>
          </p:cNvSpPr>
          <p:nvPr/>
        </p:nvSpPr>
        <p:spPr>
          <a:xfrm>
            <a:off x="800100" y="2524125"/>
            <a:ext cx="5048250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수요일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5161BBF-E992-4865-B369-5B1A0D68C62D}"/>
              </a:ext>
            </a:extLst>
          </p:cNvPr>
          <p:cNvSpPr>
            <a:spLocks noGrp="1"/>
          </p:cNvSpPr>
          <p:nvPr/>
        </p:nvSpPr>
        <p:spPr>
          <a:xfrm>
            <a:off x="723900" y="3238500"/>
            <a:ext cx="5267325" cy="11620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78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7875" b="1" dirty="0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1</a:t>
            </a:r>
            <a:r>
              <a:rPr lang="en-US" altLang="ko-KR" sz="7875" b="1" dirty="0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9:00</a:t>
            </a:r>
            <a:endParaRPr sz="7875" b="1" dirty="0">
              <a:solidFill>
                <a:srgbClr val="62E18C"/>
              </a:solidFill>
              <a:latin typeface="Apple SD Gothic Neo"/>
              <a:ea typeface="Apple SD Gothic Neo"/>
              <a:cs typeface="Apple SD Gothic Neo"/>
            </a:endParaRP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665732A-EC6E-484A-861B-A0652BBAC37B}"/>
              </a:ext>
            </a:extLst>
          </p:cNvPr>
          <p:cNvSpPr>
            <a:spLocks noGrp="1"/>
          </p:cNvSpPr>
          <p:nvPr/>
        </p:nvSpPr>
        <p:spPr>
          <a:xfrm>
            <a:off x="819150" y="4514850"/>
            <a:ext cx="509587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 종료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E1C91F0-CEB6-4D52-BDA2-8A9E39FA6BE8}"/>
              </a:ext>
            </a:extLst>
          </p:cNvPr>
          <p:cNvSpPr>
            <a:spLocks noGrp="1"/>
          </p:cNvSpPr>
          <p:nvPr/>
        </p:nvSpPr>
        <p:spPr>
          <a:xfrm>
            <a:off x="819150" y="5314950"/>
            <a:ext cx="509587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월·화 합산 팀 AVG 1.5 이상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3EAEACD1-418F-4349-83F2-7F9E2F17DAFA}"/>
              </a:ext>
            </a:extLst>
          </p:cNvPr>
          <p:cNvSpPr>
            <a:spLocks noGrp="1"/>
          </p:cNvSpPr>
          <p:nvPr/>
        </p:nvSpPr>
        <p:spPr>
          <a:xfrm>
            <a:off x="6886575" y="2524125"/>
            <a:ext cx="4505325" cy="5048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4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금요일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DCE47D43-D9E9-4FA2-8248-EC0FB7E0E14F}"/>
              </a:ext>
            </a:extLst>
          </p:cNvPr>
          <p:cNvSpPr>
            <a:spLocks noGrp="1"/>
          </p:cNvSpPr>
          <p:nvPr/>
        </p:nvSpPr>
        <p:spPr>
          <a:xfrm>
            <a:off x="6810375" y="3343275"/>
            <a:ext cx="4667250" cy="10763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60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60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14~15시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5A559AB-B08E-468F-88C0-1EAB99ED3846}"/>
              </a:ext>
            </a:extLst>
          </p:cNvPr>
          <p:cNvSpPr>
            <a:spLocks noGrp="1"/>
          </p:cNvSpPr>
          <p:nvPr/>
        </p:nvSpPr>
        <p:spPr>
          <a:xfrm>
            <a:off x="6905625" y="4514850"/>
            <a:ext cx="4505325" cy="457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9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필드 종료 목표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6F7D7D1D-CF24-4FEF-B1A0-6ADE35951C91}"/>
              </a:ext>
            </a:extLst>
          </p:cNvPr>
          <p:cNvSpPr>
            <a:spLocks noGrp="1"/>
          </p:cNvSpPr>
          <p:nvPr/>
        </p:nvSpPr>
        <p:spPr>
          <a:xfrm>
            <a:off x="6905625" y="5314950"/>
            <a:ext cx="4505325" cy="5524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0건인 팀원이 있으면 복귀 X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ADB6DE47-53B0-4806-81E3-FAF00C1E8ABB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94418552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C37B0F-959A-45C5-1F3F-7C1B9AAC3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>
            <a:extLst>
              <a:ext uri="{FF2B5EF4-FFF2-40B4-BE49-F238E27FC236}">
                <a16:creationId xmlns:a16="http://schemas.microsoft.com/office/drawing/2014/main" id="{B36594F9-F255-FF32-5258-93226084D7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945" y="0"/>
            <a:ext cx="7772400" cy="5836890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3381E03B-7D4E-28D1-A0B6-8CF75D71F66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8B04CCBB-D6FA-3849-AA39-C47882AAED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AB5A827C-B750-E544-30A0-7B6AF9215F3E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7083724-AA00-75C4-B849-C50435253ED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A39D13B4-0D3B-2EF6-0516-F1A37F6DDF0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33908273-9B7C-4BEE-4D69-06E495ACF068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F66D9E20-A873-68A8-9218-5D01341E940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857B0B38-6F64-99A4-5BBD-11865EF4D08B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43000"/>
            <a:ext cx="6096000" cy="4572000"/>
          </a:xfrm>
          <a:prstGeom prst="rect">
            <a:avLst/>
          </a:prstGeom>
        </p:spPr>
      </p:pic>
      <p:pic>
        <p:nvPicPr>
          <p:cNvPr id="21" name="그림 20">
            <a:extLst>
              <a:ext uri="{FF2B5EF4-FFF2-40B4-BE49-F238E27FC236}">
                <a16:creationId xmlns:a16="http://schemas.microsoft.com/office/drawing/2014/main" id="{1C1A1EAD-619E-6031-8CC5-A72602276F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381000"/>
            <a:ext cx="4572000" cy="6096000"/>
          </a:xfrm>
          <a:prstGeom prst="rect">
            <a:avLst/>
          </a:prstGeom>
        </p:spPr>
      </p:pic>
      <p:pic>
        <p:nvPicPr>
          <p:cNvPr id="23" name="그림 22">
            <a:extLst>
              <a:ext uri="{FF2B5EF4-FFF2-40B4-BE49-F238E27FC236}">
                <a16:creationId xmlns:a16="http://schemas.microsoft.com/office/drawing/2014/main" id="{E82CB436-D07C-2D82-EFF2-0C06624E0B01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25" name="그림 24">
            <a:extLst>
              <a:ext uri="{FF2B5EF4-FFF2-40B4-BE49-F238E27FC236}">
                <a16:creationId xmlns:a16="http://schemas.microsoft.com/office/drawing/2014/main" id="{DBED6882-11B0-EBA1-3994-00E639DF8C4D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0" y="0"/>
            <a:ext cx="5143500" cy="6858000"/>
          </a:xfrm>
          <a:prstGeom prst="rect">
            <a:avLst/>
          </a:prstGeom>
        </p:spPr>
      </p:pic>
      <p:pic>
        <p:nvPicPr>
          <p:cNvPr id="27" name="그림 26">
            <a:extLst>
              <a:ext uri="{FF2B5EF4-FFF2-40B4-BE49-F238E27FC236}">
                <a16:creationId xmlns:a16="http://schemas.microsoft.com/office/drawing/2014/main" id="{14B871B4-A3BA-DA32-8351-FC5678BAB0B5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BFE9879-77F0-F89D-6531-F86BEA7CB4D7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14B43DE8-5B64-8BB5-F754-DDC7C9CB9C04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43000"/>
            <a:ext cx="6096000" cy="4572000"/>
          </a:xfrm>
          <a:prstGeom prst="rect">
            <a:avLst/>
          </a:prstGeom>
        </p:spPr>
      </p:pic>
      <p:pic>
        <p:nvPicPr>
          <p:cNvPr id="33" name="그림 32">
            <a:extLst>
              <a:ext uri="{FF2B5EF4-FFF2-40B4-BE49-F238E27FC236}">
                <a16:creationId xmlns:a16="http://schemas.microsoft.com/office/drawing/2014/main" id="{61CCF589-B22A-1D92-D28A-DA5C48AB1232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43000"/>
            <a:ext cx="6096000" cy="4572000"/>
          </a:xfrm>
          <a:prstGeom prst="rect">
            <a:avLst/>
          </a:prstGeom>
        </p:spPr>
      </p:pic>
      <p:pic>
        <p:nvPicPr>
          <p:cNvPr id="35" name="그림 34">
            <a:extLst>
              <a:ext uri="{FF2B5EF4-FFF2-40B4-BE49-F238E27FC236}">
                <a16:creationId xmlns:a16="http://schemas.microsoft.com/office/drawing/2014/main" id="{EF1D21A1-596B-BE91-62ED-551876B206AF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63924" y="0"/>
            <a:ext cx="3864152" cy="6858000"/>
          </a:xfrm>
          <a:prstGeom prst="rect">
            <a:avLst/>
          </a:prstGeom>
        </p:spPr>
      </p:pic>
      <p:pic>
        <p:nvPicPr>
          <p:cNvPr id="37" name="그림 36">
            <a:extLst>
              <a:ext uri="{FF2B5EF4-FFF2-40B4-BE49-F238E27FC236}">
                <a16:creationId xmlns:a16="http://schemas.microsoft.com/office/drawing/2014/main" id="{660C6B73-3006-39C6-8838-D8D0317A71B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39" name="그림 38">
            <a:extLst>
              <a:ext uri="{FF2B5EF4-FFF2-40B4-BE49-F238E27FC236}">
                <a16:creationId xmlns:a16="http://schemas.microsoft.com/office/drawing/2014/main" id="{F78A49F2-3939-0686-35C1-133283C75BF2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0" y="0"/>
            <a:ext cx="5143500" cy="6858000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0CC0F6D9-3052-1F4C-DC19-C33D04517B2F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24250" y="0"/>
            <a:ext cx="5143500" cy="6858000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F66E09A3-6E4A-216A-3143-88A7F16571E1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43000"/>
            <a:ext cx="6096000" cy="4572000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0C03EED3-C290-66FF-3216-756575AC7DFA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953000" y="1905000"/>
            <a:ext cx="2286000" cy="3048000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714D7289-DD2E-E147-6220-2D5CA0C2086C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48000" y="1143000"/>
            <a:ext cx="6096000" cy="4572000"/>
          </a:xfrm>
          <a:prstGeom prst="rect">
            <a:avLst/>
          </a:prstGeom>
        </p:spPr>
      </p:pic>
      <p:pic>
        <p:nvPicPr>
          <p:cNvPr id="49" name="그림 48">
            <a:extLst>
              <a:ext uri="{FF2B5EF4-FFF2-40B4-BE49-F238E27FC236}">
                <a16:creationId xmlns:a16="http://schemas.microsoft.com/office/drawing/2014/main" id="{70364E4D-D8C0-B739-E495-BB224946E3E2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945" y="0"/>
            <a:ext cx="7772400" cy="5836890"/>
          </a:xfrm>
          <a:prstGeom prst="rect">
            <a:avLst/>
          </a:prstGeom>
        </p:spPr>
      </p:pic>
      <p:pic>
        <p:nvPicPr>
          <p:cNvPr id="51" name="그림 50">
            <a:extLst>
              <a:ext uri="{FF2B5EF4-FFF2-40B4-BE49-F238E27FC236}">
                <a16:creationId xmlns:a16="http://schemas.microsoft.com/office/drawing/2014/main" id="{7E816C0E-6D14-16A3-296A-C755836F83E2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4000" y="0"/>
            <a:ext cx="7772400" cy="5829300"/>
          </a:xfrm>
          <a:prstGeom prst="rect">
            <a:avLst/>
          </a:prstGeom>
        </p:spPr>
      </p:pic>
      <p:pic>
        <p:nvPicPr>
          <p:cNvPr id="53" name="그림 52">
            <a:extLst>
              <a:ext uri="{FF2B5EF4-FFF2-40B4-BE49-F238E27FC236}">
                <a16:creationId xmlns:a16="http://schemas.microsoft.com/office/drawing/2014/main" id="{092936B7-6CC4-D52B-54D2-99440BCE42C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0000" y="381000"/>
            <a:ext cx="4572000" cy="6096000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7AA4832F-0C8D-C8F0-6CA9-431C2A31ED49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2286000"/>
            <a:ext cx="3048000" cy="2286000"/>
          </a:xfrm>
          <a:prstGeom prst="rect">
            <a:avLst/>
          </a:prstGeom>
        </p:spPr>
      </p:pic>
      <p:pic>
        <p:nvPicPr>
          <p:cNvPr id="57" name="그림 56">
            <a:extLst>
              <a:ext uri="{FF2B5EF4-FFF2-40B4-BE49-F238E27FC236}">
                <a16:creationId xmlns:a16="http://schemas.microsoft.com/office/drawing/2014/main" id="{8D837E55-20CE-500B-05E0-21DBFE120D22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945" y="0"/>
            <a:ext cx="7772400" cy="5836890"/>
          </a:xfrm>
          <a:prstGeom prst="rect">
            <a:avLst/>
          </a:prstGeom>
        </p:spPr>
      </p:pic>
      <p:pic>
        <p:nvPicPr>
          <p:cNvPr id="59" name="그림 58">
            <a:extLst>
              <a:ext uri="{FF2B5EF4-FFF2-40B4-BE49-F238E27FC236}">
                <a16:creationId xmlns:a16="http://schemas.microsoft.com/office/drawing/2014/main" id="{64CEC13B-68B8-5152-842A-AA7D26A93222}"/>
              </a:ext>
            </a:extLst>
          </p:cNvPr>
          <p:cNvPicPr>
            <a:picLocks noChangeAspect="1"/>
          </p:cNvPicPr>
          <p:nvPr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29945" y="0"/>
            <a:ext cx="7772400" cy="583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5802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직사각형 10">
            <a:extLst>
              <a:ext uri="{FF2B5EF4-FFF2-40B4-BE49-F238E27FC236}">
                <a16:creationId xmlns:a16="http://schemas.microsoft.com/office/drawing/2014/main" id="{E73BE8BE-63C8-4268-B84D-C3F646D4C33A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04  트립운영하기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2B4C90B-FB45-4ACF-A106-D9682E8278B4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3일 트립이라면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0C9DEEF4-7C55-4510-9498-CCA6E725D5BA}"/>
              </a:ext>
            </a:extLst>
          </p:cNvPr>
          <p:cNvSpPr>
            <a:spLocks noGrp="1"/>
          </p:cNvSpPr>
          <p:nvPr/>
        </p:nvSpPr>
        <p:spPr>
          <a:xfrm>
            <a:off x="619125" y="2447925"/>
            <a:ext cx="3543300" cy="31242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4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450" b="1">
                <a:solidFill>
                  <a:srgbClr val="4458E6"/>
                </a:solidFill>
                <a:latin typeface="Apple SD Gothic Neo"/>
                <a:ea typeface="Apple SD Gothic Neo"/>
                <a:cs typeface="Apple SD Gothic Neo"/>
              </a:rPr>
              <a:t>3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F2BD127-19BB-44DD-A374-F1755AB24DBD}"/>
              </a:ext>
            </a:extLst>
          </p:cNvPr>
          <p:cNvSpPr>
            <a:spLocks noGrp="1"/>
          </p:cNvSpPr>
          <p:nvPr/>
        </p:nvSpPr>
        <p:spPr>
          <a:xfrm>
            <a:off x="5086350" y="2714625"/>
            <a:ext cx="16954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1일차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9D97627D-D9C0-4576-BFFF-BB89DBF7A215}"/>
              </a:ext>
            </a:extLst>
          </p:cNvPr>
          <p:cNvSpPr>
            <a:spLocks noGrp="1"/>
          </p:cNvSpPr>
          <p:nvPr/>
        </p:nvSpPr>
        <p:spPr>
          <a:xfrm>
            <a:off x="7000875" y="2486025"/>
            <a:ext cx="44862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기강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8C52CC5-6E42-46F0-93CB-D21A66014D08}"/>
              </a:ext>
            </a:extLst>
          </p:cNvPr>
          <p:cNvSpPr>
            <a:spLocks noGrp="1"/>
          </p:cNvSpPr>
          <p:nvPr/>
        </p:nvSpPr>
        <p:spPr>
          <a:xfrm>
            <a:off x="5086350" y="3790950"/>
            <a:ext cx="16954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2일차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B31F6F8F-CD2F-4FC1-9B6C-F4F48A6B7B4A}"/>
              </a:ext>
            </a:extLst>
          </p:cNvPr>
          <p:cNvSpPr>
            <a:spLocks noGrp="1"/>
          </p:cNvSpPr>
          <p:nvPr/>
        </p:nvSpPr>
        <p:spPr>
          <a:xfrm>
            <a:off x="7000875" y="3562350"/>
            <a:ext cx="44862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액티비티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475CDE7-DE07-4F60-BD24-9C3593926FB6}"/>
              </a:ext>
            </a:extLst>
          </p:cNvPr>
          <p:cNvSpPr>
            <a:spLocks noGrp="1"/>
          </p:cNvSpPr>
          <p:nvPr/>
        </p:nvSpPr>
        <p:spPr>
          <a:xfrm>
            <a:off x="5086350" y="4867275"/>
            <a:ext cx="1695450" cy="4667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1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3일차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0C5FD489-DBEA-4924-8683-4BDE36127613}"/>
              </a:ext>
            </a:extLst>
          </p:cNvPr>
          <p:cNvSpPr>
            <a:spLocks noGrp="1"/>
          </p:cNvSpPr>
          <p:nvPr/>
        </p:nvSpPr>
        <p:spPr>
          <a:xfrm>
            <a:off x="7000875" y="4638675"/>
            <a:ext cx="4486275" cy="8572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025" b="1">
                <a:solidFill>
                  <a:srgbClr val="141417"/>
                </a:solidFill>
                <a:latin typeface="Apple SD Gothic Neo"/>
                <a:ea typeface="Apple SD Gothic Neo"/>
                <a:cs typeface="Apple SD Gothic Neo"/>
              </a:rPr>
              <a:t>PB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B1D44FB7-8602-4C89-A334-4E5A2A9A480C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585650"/>
                </a:solidFill>
                <a:latin typeface="Apple SD Gothic Neo"/>
                <a:ea typeface="Apple SD Gothic Neo"/>
                <a:cs typeface="Apple SD Gothic Neo"/>
              </a:rPr>
              <a:t>11</a:t>
            </a:r>
          </a:p>
        </p:txBody>
      </p:sp>
    </p:spTree>
    <p:extLst>
      <p:ext uri="{BB962C8B-B14F-4D97-AF65-F5344CB8AC3E}">
        <p14:creationId xmlns:p14="http://schemas.microsoft.com/office/powerpoint/2010/main" val="60438204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0B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직사각형 7">
            <a:extLst>
              <a:ext uri="{FF2B5EF4-FFF2-40B4-BE49-F238E27FC236}">
                <a16:creationId xmlns:a16="http://schemas.microsoft.com/office/drawing/2014/main" id="{BB0B1611-D8ED-46A0-BA90-DD9C925F565B}"/>
              </a:ext>
            </a:extLst>
          </p:cNvPr>
          <p:cNvSpPr>
            <a:spLocks noGrp="1"/>
          </p:cNvSpPr>
          <p:nvPr/>
        </p:nvSpPr>
        <p:spPr>
          <a:xfrm>
            <a:off x="704850" y="400050"/>
            <a:ext cx="10477500" cy="30480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425" b="1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05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E5B409D2-F47B-4B26-8509-01C2F0953292}"/>
              </a:ext>
            </a:extLst>
          </p:cNvPr>
          <p:cNvSpPr>
            <a:spLocks noGrp="1"/>
          </p:cNvSpPr>
          <p:nvPr/>
        </p:nvSpPr>
        <p:spPr>
          <a:xfrm>
            <a:off x="666750" y="1066800"/>
            <a:ext cx="10858500" cy="1009650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5700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트립 후 피드백</a:t>
            </a:r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3FCDB155-A151-4564-8A3C-AE749E67CAB1}"/>
              </a:ext>
            </a:extLst>
          </p:cNvPr>
          <p:cNvSpPr>
            <a:spLocks noGrp="1"/>
          </p:cNvSpPr>
          <p:nvPr/>
        </p:nvSpPr>
        <p:spPr>
          <a:xfrm>
            <a:off x="666750" y="3028950"/>
            <a:ext cx="5610225" cy="1419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75" b="1">
                <a:solidFill>
                  <a:srgbClr val="FFFFFF"/>
                </a:solidFill>
                <a:latin typeface="Apple SD Gothic Neo"/>
                <a:ea typeface="Apple SD Gothic Neo"/>
                <a:cs typeface="Apple SD Gothic Neo"/>
              </a:rPr>
              <a:t>챌린지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AB2987AE-78A1-4381-9B4D-BAC617733970}"/>
              </a:ext>
            </a:extLst>
          </p:cNvPr>
          <p:cNvSpPr>
            <a:spLocks noGrp="1"/>
          </p:cNvSpPr>
          <p:nvPr/>
        </p:nvSpPr>
        <p:spPr>
          <a:xfrm>
            <a:off x="6953250" y="3028950"/>
            <a:ext cx="4438650" cy="14192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81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8175" b="1">
                <a:solidFill>
                  <a:srgbClr val="62E18C"/>
                </a:solidFill>
                <a:latin typeface="Apple SD Gothic Neo"/>
                <a:ea typeface="Apple SD Gothic Neo"/>
                <a:cs typeface="Apple SD Gothic Neo"/>
              </a:rPr>
              <a:t>윈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D5483962-8EF6-4694-B810-987CEABF436B}"/>
              </a:ext>
            </a:extLst>
          </p:cNvPr>
          <p:cNvSpPr>
            <a:spLocks noGrp="1"/>
          </p:cNvSpPr>
          <p:nvPr/>
        </p:nvSpPr>
        <p:spPr>
          <a:xfrm>
            <a:off x="809625" y="4914900"/>
            <a:ext cx="5191125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어려웠던 점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1BD1F97-7944-4FFF-B96F-40A94C3CEC4B}"/>
              </a:ext>
            </a:extLst>
          </p:cNvPr>
          <p:cNvSpPr>
            <a:spLocks noGrp="1"/>
          </p:cNvSpPr>
          <p:nvPr/>
        </p:nvSpPr>
        <p:spPr>
          <a:xfrm>
            <a:off x="7038975" y="4914900"/>
            <a:ext cx="4343400" cy="52387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225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잘된 점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8ADC0380-D4F1-48CF-966B-92B8F068DD21}"/>
              </a:ext>
            </a:extLst>
          </p:cNvPr>
          <p:cNvSpPr>
            <a:spLocks noGrp="1"/>
          </p:cNvSpPr>
          <p:nvPr/>
        </p:nvSpPr>
        <p:spPr>
          <a:xfrm>
            <a:off x="10896600" y="6296025"/>
            <a:ext cx="495300" cy="238125"/>
          </a:xfrm>
          <a:prstGeom prst="rect">
            <a:avLst/>
          </a:prstGeom>
          <a:noFill/>
          <a:ln w="0">
            <a:noFill/>
          </a:ln>
        </p:spPr>
        <p:txBody>
          <a:bodyPr wrap="square" lIns="0" tIns="0" rIns="0" bIns="0" anchor="t">
            <a:noAutofit/>
          </a:bodyPr>
          <a:lstStyle/>
          <a:p>
            <a:pPr algn="r">
              <a:def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defRPr>
            </a:pPr>
            <a:r>
              <a:rPr sz="1200" b="0">
                <a:solidFill>
                  <a:srgbClr val="CFCCC7"/>
                </a:solidFill>
                <a:latin typeface="Apple SD Gothic Neo"/>
                <a:ea typeface="Apple SD Gothic Neo"/>
                <a:cs typeface="Apple SD Gothic Neo"/>
              </a:rPr>
              <a:t>12</a:t>
            </a:r>
          </a:p>
        </p:txBody>
      </p:sp>
    </p:spTree>
    <p:extLst>
      <p:ext uri="{BB962C8B-B14F-4D97-AF65-F5344CB8AC3E}">
        <p14:creationId xmlns:p14="http://schemas.microsoft.com/office/powerpoint/2010/main" val="1949600720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605</Words>
  <Application>Microsoft Macintosh PowerPoint</Application>
  <DocSecurity>0</DocSecurity>
  <PresentationFormat>와이드스크린</PresentationFormat>
  <Paragraphs>214</Paragraphs>
  <Slides>22</Slides>
  <Notes>15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5" baseType="lpstr">
      <vt:lpstr>Apple SD Gothic Neo</vt:lpstr>
      <vt:lpstr>Calibri</vt:lpstr>
      <vt:lpstr>ChatGPT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Jaeyoung Lim</cp:lastModifiedBy>
  <cp:revision>2</cp:revision>
  <dcterms:created xsi:type="dcterms:W3CDTF">2026-09-14T14:03:58Z</dcterms:created>
  <dcterms:modified xsi:type="dcterms:W3CDTF">2026-09-14T15:30:26Z</dcterms:modified>
</cp:coreProperties>
</file>