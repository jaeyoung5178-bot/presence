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f45267cfcb4be9" /><Relationship Type="http://schemas.openxmlformats.org/officeDocument/2006/relationships/extended-properties" Target="/docProps/app.xml" Id="R7996a38059e04fcd" /><Relationship Type="http://schemas.openxmlformats.org/officeDocument/2006/relationships/officeDocument" Target="/ppt/presentation.xml" Id="Radf45354154444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f35f0ab18f4916"/>
  </p:sldMasterIdLst>
  <p:notesMasterIdLst>
    <p:notesMasterId xmlns:r="http://schemas.openxmlformats.org/officeDocument/2006/relationships" r:id="R0bdcb7bf9e1840a5"/>
  </p:notesMasterIdLst>
  <p:sldIdLst>
    <p:sldId xmlns:r="http://schemas.openxmlformats.org/officeDocument/2006/relationships" id="256" r:id="R35d5cee7df19453a"/>
    <p:sldId xmlns:r="http://schemas.openxmlformats.org/officeDocument/2006/relationships" id="257" r:id="Raa64ccefa9eb4deb"/>
    <p:sldId xmlns:r="http://schemas.openxmlformats.org/officeDocument/2006/relationships" id="258" r:id="R12f540ec1eeb419e"/>
    <p:sldId xmlns:r="http://schemas.openxmlformats.org/officeDocument/2006/relationships" id="259" r:id="Raacc43136a49403a"/>
    <p:sldId xmlns:r="http://schemas.openxmlformats.org/officeDocument/2006/relationships" id="260" r:id="R51f75539cc2748a9"/>
    <p:sldId xmlns:r="http://schemas.openxmlformats.org/officeDocument/2006/relationships" id="261" r:id="R099f895908b64b7f"/>
    <p:sldId xmlns:r="http://schemas.openxmlformats.org/officeDocument/2006/relationships" id="262" r:id="Rbca25246ac974e34"/>
    <p:sldId xmlns:r="http://schemas.openxmlformats.org/officeDocument/2006/relationships" id="263" r:id="R2279f3a51cdb4191"/>
    <p:sldId xmlns:r="http://schemas.openxmlformats.org/officeDocument/2006/relationships" id="264" r:id="Rf8f5bab055ca4bf3"/>
    <p:sldId xmlns:r="http://schemas.openxmlformats.org/officeDocument/2006/relationships" id="265" r:id="Rbeef31da7c6246d8"/>
    <p:sldId xmlns:r="http://schemas.openxmlformats.org/officeDocument/2006/relationships" id="266" r:id="R110350a02b5e45ef"/>
    <p:sldId xmlns:r="http://schemas.openxmlformats.org/officeDocument/2006/relationships" id="267" r:id="Rc8abcca01f324f97"/>
    <p:sldId xmlns:r="http://schemas.openxmlformats.org/officeDocument/2006/relationships" id="268" r:id="R3a882cdc295142b8"/>
    <p:sldId xmlns:r="http://schemas.openxmlformats.org/officeDocument/2006/relationships" id="269" r:id="Rc93288a300f24b4c"/>
    <p:sldId xmlns:r="http://schemas.openxmlformats.org/officeDocument/2006/relationships" id="270" r:id="R815b7e6384a24fe0"/>
    <p:sldId xmlns:r="http://schemas.openxmlformats.org/officeDocument/2006/relationships" id="271" r:id="R70f2a62d867942e4"/>
    <p:sldId xmlns:r="http://schemas.openxmlformats.org/officeDocument/2006/relationships" id="272" r:id="R1867ba891fe14d8f"/>
    <p:sldId xmlns:r="http://schemas.openxmlformats.org/officeDocument/2006/relationships" id="273" r:id="Re981b207a9904156"/>
    <p:sldId xmlns:r="http://schemas.openxmlformats.org/officeDocument/2006/relationships" id="274" r:id="R670db9f740a047d4"/>
    <p:sldId xmlns:r="http://schemas.openxmlformats.org/officeDocument/2006/relationships" id="275" r:id="R9962d15c71524248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85bca2ed914391" /><Relationship Type="http://schemas.openxmlformats.org/officeDocument/2006/relationships/slideMaster" Target="/ppt/slideMasters/slideMaster1.xml" Id="Re5f35f0ab18f4916" /><Relationship Type="http://schemas.openxmlformats.org/officeDocument/2006/relationships/notesMaster" Target="/ppt/notesMasters/notesMaster1.xml" Id="R0bdcb7bf9e1840a5" /><Relationship Type="http://schemas.openxmlformats.org/officeDocument/2006/relationships/presProps" Target="/ppt/presProps.xml" Id="Rfab5c23a8ee84939" /><Relationship Type="http://schemas.openxmlformats.org/officeDocument/2006/relationships/tableStyles" Target="/ppt/tableStyles.xml" Id="Rf5cce879e71b4c36" /><Relationship Type="http://schemas.openxmlformats.org/officeDocument/2006/relationships/slide" Target="/ppt/slides/slide1.xml" Id="R35d5cee7df19453a" /><Relationship Type="http://schemas.openxmlformats.org/officeDocument/2006/relationships/slide" Target="/ppt/slides/slide2.xml" Id="Raa64ccefa9eb4deb" /><Relationship Type="http://schemas.openxmlformats.org/officeDocument/2006/relationships/slide" Target="/ppt/slides/slide3.xml" Id="R12f540ec1eeb419e" /><Relationship Type="http://schemas.openxmlformats.org/officeDocument/2006/relationships/slide" Target="/ppt/slides/slide4.xml" Id="Raacc43136a49403a" /><Relationship Type="http://schemas.openxmlformats.org/officeDocument/2006/relationships/slide" Target="/ppt/slides/slide5.xml" Id="R51f75539cc2748a9" /><Relationship Type="http://schemas.openxmlformats.org/officeDocument/2006/relationships/slide" Target="/ppt/slides/slide6.xml" Id="R099f895908b64b7f" /><Relationship Type="http://schemas.openxmlformats.org/officeDocument/2006/relationships/slide" Target="/ppt/slides/slide7.xml" Id="Rbca25246ac974e34" /><Relationship Type="http://schemas.openxmlformats.org/officeDocument/2006/relationships/slide" Target="/ppt/slides/slide8.xml" Id="R2279f3a51cdb4191" /><Relationship Type="http://schemas.openxmlformats.org/officeDocument/2006/relationships/slide" Target="/ppt/slides/slide9.xml" Id="Rf8f5bab055ca4bf3" /><Relationship Type="http://schemas.openxmlformats.org/officeDocument/2006/relationships/slide" Target="/ppt/slides/slide10.xml" Id="Rbeef31da7c6246d8" /><Relationship Type="http://schemas.openxmlformats.org/officeDocument/2006/relationships/slide" Target="/ppt/slides/slide11.xml" Id="R110350a02b5e45ef" /><Relationship Type="http://schemas.openxmlformats.org/officeDocument/2006/relationships/slide" Target="/ppt/slides/slide12.xml" Id="Rc8abcca01f324f97" /><Relationship Type="http://schemas.openxmlformats.org/officeDocument/2006/relationships/slide" Target="/ppt/slides/slide13.xml" Id="R3a882cdc295142b8" /><Relationship Type="http://schemas.openxmlformats.org/officeDocument/2006/relationships/slide" Target="/ppt/slides/slide14.xml" Id="Rc93288a300f24b4c" /><Relationship Type="http://schemas.openxmlformats.org/officeDocument/2006/relationships/slide" Target="/ppt/slides/slide15.xml" Id="R815b7e6384a24fe0" /><Relationship Type="http://schemas.openxmlformats.org/officeDocument/2006/relationships/slide" Target="/ppt/slides/slide16.xml" Id="R70f2a62d867942e4" /><Relationship Type="http://schemas.openxmlformats.org/officeDocument/2006/relationships/slide" Target="/ppt/slides/slide17.xml" Id="R1867ba891fe14d8f" /><Relationship Type="http://schemas.openxmlformats.org/officeDocument/2006/relationships/slide" Target="/ppt/slides/slide18.xml" Id="Re981b207a9904156" /><Relationship Type="http://schemas.openxmlformats.org/officeDocument/2006/relationships/slide" Target="/ppt/slides/slide19.xml" Id="R670db9f740a047d4" /><Relationship Type="http://schemas.openxmlformats.org/officeDocument/2006/relationships/slide" Target="/ppt/slides/slide20.xml" Id="R9962d15c715242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3e5c295caf45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23223eb8ff497a" /><Relationship Type="http://schemas.openxmlformats.org/officeDocument/2006/relationships/notesMaster" Target="/ppt/notesMasters/notesMaster1.xml" Id="Rfa875ed22d9d43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ec78a437cf47c7" /><Relationship Type="http://schemas.openxmlformats.org/officeDocument/2006/relationships/notesMaster" Target="/ppt/notesMasters/notesMaster1.xml" Id="R49009cc13a0144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0681a7c71a483a" /><Relationship Type="http://schemas.openxmlformats.org/officeDocument/2006/relationships/notesMaster" Target="/ppt/notesMasters/notesMaster1.xml" Id="R08f2180f5f514e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5d565a89174ff9" /><Relationship Type="http://schemas.openxmlformats.org/officeDocument/2006/relationships/notesMaster" Target="/ppt/notesMasters/notesMaster1.xml" Id="Rdd332040d14741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8bb61f326e4110" /><Relationship Type="http://schemas.openxmlformats.org/officeDocument/2006/relationships/notesMaster" Target="/ppt/notesMasters/notesMaster1.xml" Id="R7c23dc5d300942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82ae934b794644" /><Relationship Type="http://schemas.openxmlformats.org/officeDocument/2006/relationships/notesMaster" Target="/ppt/notesMasters/notesMaster1.xml" Id="R580d7eb313d744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f04d5bbf6c4f70" /><Relationship Type="http://schemas.openxmlformats.org/officeDocument/2006/relationships/notesMaster" Target="/ppt/notesMasters/notesMaster1.xml" Id="R7b255f6872054f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f58db876574a57" /><Relationship Type="http://schemas.openxmlformats.org/officeDocument/2006/relationships/notesMaster" Target="/ppt/notesMasters/notesMaster1.xml" Id="R261ae49894394f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d3f8c77fcf435d" /><Relationship Type="http://schemas.openxmlformats.org/officeDocument/2006/relationships/notesMaster" Target="/ppt/notesMasters/notesMaster1.xml" Id="R472e78f4bfac43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639f21067d4b39" /><Relationship Type="http://schemas.openxmlformats.org/officeDocument/2006/relationships/notesMaster" Target="/ppt/notesMasters/notesMaster1.xml" Id="R6407d94e6ae245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5c3c061de140cb" /><Relationship Type="http://schemas.openxmlformats.org/officeDocument/2006/relationships/notesMaster" Target="/ppt/notesMasters/notesMaster1.xml" Id="R4dc378b8b4cd4a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6ec60efbc8f48dc" /><Relationship Type="http://schemas.openxmlformats.org/officeDocument/2006/relationships/notesMaster" Target="/ppt/notesMasters/notesMaster1.xml" Id="R6295c58f97e844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9ba2e96df14cea" /><Relationship Type="http://schemas.openxmlformats.org/officeDocument/2006/relationships/notesMaster" Target="/ppt/notesMasters/notesMaster1.xml" Id="Rfcf50dc08c6f49e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ce6d89af154fbd" /><Relationship Type="http://schemas.openxmlformats.org/officeDocument/2006/relationships/notesMaster" Target="/ppt/notesMasters/notesMaster1.xml" Id="Rd2047f5049f343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9c10c661854f18" /><Relationship Type="http://schemas.openxmlformats.org/officeDocument/2006/relationships/notesMaster" Target="/ppt/notesMasters/notesMaster1.xml" Id="Rd1f5ef94705e42d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906ecf7750846bb" /><Relationship Type="http://schemas.openxmlformats.org/officeDocument/2006/relationships/notesMaster" Target="/ppt/notesMasters/notesMaster1.xml" Id="R597ed2696038454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31008bc1e694d9f" /><Relationship Type="http://schemas.openxmlformats.org/officeDocument/2006/relationships/notesMaster" Target="/ppt/notesMasters/notesMaster1.xml" Id="R68713e284b5d43b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7ef8b5bef6e49fb" /><Relationship Type="http://schemas.openxmlformats.org/officeDocument/2006/relationships/notesMaster" Target="/ppt/notesMasters/notesMaster1.xml" Id="Rb52ef02aaaa742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ab8d6abd1234241" /><Relationship Type="http://schemas.openxmlformats.org/officeDocument/2006/relationships/notesMaster" Target="/ppt/notesMasters/notesMaster1.xml" Id="Red48454f4371413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0707e4f330442cd" /><Relationship Type="http://schemas.openxmlformats.org/officeDocument/2006/relationships/notesMaster" Target="/ppt/notesMasters/notesMaster1.xml" Id="R6d26dc23247e4a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운영 가이드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선정부터 팀의 성과와 추억까지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· Sector Leader Education</a:t>
            </a:r>
          </a:p>
          <a:p xmlns:a="http://schemas.openxmlformats.org/drawingml/2006/main">
            <a:r>
              <a:t>지역 선정, 자료 요청, 지도 확인, 테리토리 확보와 목·금·토·일 운영 계획을 함께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트립에서 가져올 세 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성과·배움·추억을 출발 전에 함께 계획합니다.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 · 목표와 성과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결과를 만들 것인가? 총 세일즈와 AVG 목표를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 · 배움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능력을 익혀 돌아올 것인가? 개인별 스킬 하나를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 · 추억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기억을 남길 것인가? 함께할 시간과 기록을 계획합니다.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준비의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확인한 정보를 바탕으로 준비의 다음 단계를 결정합니다.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검토: 팀의 목적과 가능한 날짜를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동료·CTM 자료 요청: 최근 기록과 시행착오를 받습니다.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지도·사이트 확인: 장소명, 위치와 촬영일을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테리토리 확보: 주요·예비 자리의 사용 가능 여부를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확정: 인원·이동·숙소·역할을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지역 선정의 다섯 가지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 기회가 우리 팀의 목적과 운영 조건에 맞는지 비교합니다.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검토 항목 / 확인할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사이트와 운영 이력 / 실제로 사용 가능한 자리, 최근 운영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 경험과 배울 스킬 / 개인별 경험과 이번에 연습할 스킬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이동과 체력 / 이동 거리, 숙소에서 현장까지 동선, 운전자 휴식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우천 대안과 사용 조건 / 대체할 자리와 운영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숙박·교통 비용 / 예상 비용과 팀 내 부담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동료와 CTM에게 요청할 자료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최근 운영 날짜와 현장 조건을 함께 받습니다.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사이트명과 링크, 정확한 셋업 위치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최근 운영 날짜·요일·시간과 참여 인원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결과와 실제 활동일, 콜백싯, 효과적인 접근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주의할 점과 예비 사이트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자료 요청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안녕하세요. [날짜]에 [지역] 트립을 준비하고 있습니다. 최근 사이트명과 지도 링크, 셋업 위치 사진, 운영 날짜·시간과 참여 인원·결과 기록을 공유받을 수 있을까요? 잘 통했던 방식이나 주의할 점, 예비 자리도 함께 알려주시면 계획에 반영하겠습니다.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지도 활용의 원칙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사이트명은 카카오맵 기준, 도로뷰는 네이버지도를 먼저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표시 장소명·지점명으로 사이트 이름을 통일합니다. 주소와 링크를 기록하고 정확한 셋업 위치는 별도 설명을 붙입니다.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네이버지도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도로뷰를 먼저 확인한 후 카카오맵 로드뷰와 촬영 날짜를 비교합니다. 출입구·보도폭·공사·이동 동선을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더 최근 촬영본과 현장 정보를 함께 활용합니다. 네이버가 모든 지역에서 더 최신인 것은 아니며, 공간이 보이는 것과 사용 가능한 것은 다르므로 사용 가능 여부를 별도로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지도 활용 순서는 Presence의 요청된 운영 기준입니다.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사이트 기록표 작성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리더도 같은 자리를 찾고 준비할 수 있도록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기록 항목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항목 /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사이트명 / 카카오맵 표시 장소명·지점명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주소·지도 링크·셋업 위치 / 정확한 위치 설명과 셋업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확인 날짜·도로뷰 촬영일 / 정보의 시점을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요일과 피드백 / 언제 운영했고 어떤 결과였는지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 상태 / 확인 중 / 사용 가능 확인 / 예비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담당자 / 누가 확인하고 다음 점검을 맡는지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후보 사이트와 실제로 사용 가능한 자리를 구분해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테리토리 확보의 목표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운영 단위 한 팀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주요 사이트 / 예비 사이트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2곳 / 2곳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1곳 / 2곳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1곳 / 1곳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각 사이트의 날짜·시간·인원에 맞는 사용 가능 확인을 완료해야 확보로 기록합니다. 여러 팀이 동시에 운영하면 운영 단위별로 필요한 자리를 다시 계산합니다.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Profit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Best는 최고의 결과, Good은 좋은 결과, Minimum은 최소한 달성해야 할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기준으로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세 수준은 같은 기간·같은 기준으로 비교합니다. 담당자와 점검 시점을 정하고, 개인별 목표 합계를 팀 목표와 맞춥니다.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목표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팀 AVG / 목표 건수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2.0 / 32건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1.5 / 24건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1.0 / 16건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4명이 4일 모두 활동해 계획 활동일 합계가 16인일인 경우입니다. 목표 건수 = 목표 AVG × 계획 인일. 군산 트립의 실제 사전 목표가 아닌 설명용 가정입니다.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Progress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트립 전체, 개인별 기준. 익힌 스킬을 현장에서 재현합니다.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달성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Good을 충족하고 동료에게 설명·시연해 피드백 받기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Minimum을 충족하고 실제 필드에 적용한 사례 1개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배울 스킬 1개 선정, 피드백 1회, 다음 행동 1개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니즈파악 질문, 짧고 명확한 설명, 오브젝션 대응 중 개인에게 필요한 스킬을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People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트립 전체, 팀 기준. 함께 기억할 시간을 계획에 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달성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Good을 충족하고 전원의 사진·한 줄 후기를 앨범으로 정리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Minimum을 충족하고 함께하는 식사·산책 등 활동 1회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팀 기념사진 1장과 서로에게 감사 한마디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체력과 개인의 편안함을 고려해 활동을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요일별 테마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하루의 테마 안에 Profit·Progress·People 계획을 각각 하나씩 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테마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 / 테마 / Profit / Progress / People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목 / 현장 적응 / 현장 반응 확인 / 개선 포인트 관찰 / 기대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금 / 배움 적용 / 접근 방식 수정 / 스킬 적용 / 함께 저녁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토 / 팀워크와 도전 / 도전 목표 점검 / 방법 공유 / 현장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 / 마무리와 회고 / 결과 마감 / 배움 정리 / 감사 한마디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군산의 사전 테마가 아닌 교육용 제안입니다. 복귀일은 활동 시간에 맞춰 목표를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하루 운영 루틴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전 계획하고, 중간에 조정하고, 종료 후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개인별 Best / Good / Minimum, 배울 스킬, 주요·예비 동선을 함께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결과와 현장 반응을 보며 자리·접근 방식·도움을 조정합니다. 휴식과 복귀 기준을 함께 지킵니다.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종료 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실적과 활동 여부를 기록하고, 배움·추억을 공유하며 다음 날 바꿀 행동을 한 가지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군산 트립 사례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2026년 9월 10일(목)~13일(일)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참가자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임재영 · 윤채영 · 민병준 · 황혜진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목·금·토·일의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군산의 현장과 필드 사이의 순간을 사진으로 돌아봅니다. 개인별 활동 일정과 결과를 구분해 실적을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참가자는 사용자 확인. 사진은 제공된 트립사진공유 폴더의 해당 기간 촬영본.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군산 실적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현재 입력된 실적 합계 31건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팀원별 일일 성과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팀원 / 목 9/10 / 금 9/11 / 토 9/12 / 일 9/13 / 기록 합계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임재영 / 3 / 3 / 3 / 1 / 10건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윤채영 / 2 / 5 / 2 / 1 / 10건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민병준 / 1 / 2 / 2 / 미입력 / 5건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황혜진 / 2 / 2 / 2 / 0 / 6건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상태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민병준님의 일요일 활동 여부와 결과 확인 전이므로 최종 팀 AVG는 확정하지 않았습니다. 미입력은 0건이나 휴무로 임의 처리하지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출처: Presence Profit · 일일 결과, 2026년 9월 14일 조회. 9월 10~13일 참가자 기록만 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AVG와 회고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 AVG = 총 세일즈 ÷ 실제 활동일 합계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원칙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활동한 0건은 분모에 포함합니다.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휴무는 분모에서 제외합니다.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미입력은 활동 여부와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일정의 일부만 참석한 팀원은 실제 참여한 날짜만 포함합니다.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 돌아볼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Profit: 목표와 실제 결과, 운영 조건은 어땠는가?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Progress: 실제로 적용했고 다음에도 재현할 수 있는 스킬은 무엇인가?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People: 고마웠던 행동과 기억하고 싶은 순간은 무엇인가?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사진으로 남긴 트립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2026년 9월 10~13일 · 군산 트립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9월 12일, 함께 남긴 현장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함께한 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9월 13일, 함께 나눈 식사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하루의 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9월 12일 저녁 하늘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사용자가 제공한 사진. 촬영 일시를 확인하고 해당 기간의 사진을 선정했습니다.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전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출발 전, 담당자와 함께 준비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지역·날짜·참가자별 일정 확정, 동료·CTM 자료 수집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사이트명·도로뷰 확인, 주요·예비 자리 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Profit·Progress·People의 Best / Good / Minimum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요일별 테마와 개인 역할, 중간 점검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교통·숙소·비용·장비·휴식·복귀 계획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 기록·회고·사진 정리 담당자 지정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다음 트립 계획서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______  날짜 ______  참가자 ______  운영 단위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 팀의 세 단계 목표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영역 / Best / Good / Minimum / 담당·확인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테리토리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요일별 테마 ______</a:t>
            </a:r>
          </a:p>
          <a:p xmlns:a="http://schemas.openxmlformats.org/drawingml/2006/main">
            <a:r>
              <a:t>주요 사이트 ______ / 예비 사이트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다음 리더를 위한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트립에서 얻은 정보를 다음 팀이 바로 쓸 수 있게 남깁니다.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이름, 정확한 셋업 위치, 사용 조건, 최근 운영 피드백을 함께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성과와 배움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활동일과 실적을 확인하고 효과가 있었던 접근과 다음에 바꿀 행동을 남깁니다.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추억과 공유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사진·한 줄 후기를 앨범에 모으고 동료·CTM에게 유용한 운영 자료를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군산 사진: 사용자가 제공한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47206c0f7949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10ea6d35cf408d" /><Relationship Type="http://schemas.openxmlformats.org/officeDocument/2006/relationships/slideLayout" Target="/ppt/slideLayouts/slideLayout1.xml" Id="R95f5c7dd413a46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f5c7dd413a46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94102f0af42b2" /><Relationship Type="http://schemas.openxmlformats.org/officeDocument/2006/relationships/image" Target="/ppt/media/image.png" Id="R4749a16fbc574dfc" /><Relationship Type="http://schemas.openxmlformats.org/officeDocument/2006/relationships/notesSlide" Target="/ppt/notesSlides/notesSlide1.xml" Id="Rc96d43b1b65d46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4600994054f87" /><Relationship Type="http://schemas.openxmlformats.org/officeDocument/2006/relationships/image" Target="/ppt/media/image2.png" Id="Rf53c74e176c9496c" /><Relationship Type="http://schemas.openxmlformats.org/officeDocument/2006/relationships/notesSlide" Target="/ppt/notesSlides/notesSlide2.xml" Id="Rbd1f17568b0949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9cbe2e773496c" /><Relationship Type="http://schemas.openxmlformats.org/officeDocument/2006/relationships/image" Target="/ppt/media/image3.png" Id="R3ec752886d204075" /><Relationship Type="http://schemas.openxmlformats.org/officeDocument/2006/relationships/notesSlide" Target="/ppt/notesSlides/notesSlide3.xml" Id="R4916133fe75e45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42926a5f6483f" /><Relationship Type="http://schemas.openxmlformats.org/officeDocument/2006/relationships/image" Target="/ppt/media/image4.png" Id="R7303a5bb87e34ae3" /><Relationship Type="http://schemas.openxmlformats.org/officeDocument/2006/relationships/notesSlide" Target="/ppt/notesSlides/notesSlide4.xml" Id="R556d4adf28364c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3e88b3bd348ab" /><Relationship Type="http://schemas.openxmlformats.org/officeDocument/2006/relationships/image" Target="/ppt/media/image5.png" Id="Rce509143ce94481b" /><Relationship Type="http://schemas.openxmlformats.org/officeDocument/2006/relationships/notesSlide" Target="/ppt/notesSlides/notesSlide5.xml" Id="R25a43b2a123a46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86396da564914" /><Relationship Type="http://schemas.openxmlformats.org/officeDocument/2006/relationships/image" Target="/ppt/media/image6.png" Id="Rf601d0fcacd44fa0" /><Relationship Type="http://schemas.openxmlformats.org/officeDocument/2006/relationships/notesSlide" Target="/ppt/notesSlides/notesSlide6.xml" Id="Rb01393c0fe5f45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f6373a4894fcd" /><Relationship Type="http://schemas.openxmlformats.org/officeDocument/2006/relationships/image" Target="/ppt/media/image7.png" Id="Rceff03fa06444f39" /><Relationship Type="http://schemas.openxmlformats.org/officeDocument/2006/relationships/notesSlide" Target="/ppt/notesSlides/notesSlide7.xml" Id="Rc24bdd5d15a047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169134ce04d06" /><Relationship Type="http://schemas.openxmlformats.org/officeDocument/2006/relationships/image" Target="/ppt/media/image8.png" Id="R7ef8ee0817144b31" /><Relationship Type="http://schemas.openxmlformats.org/officeDocument/2006/relationships/notesSlide" Target="/ppt/notesSlides/notesSlide8.xml" Id="R4b9d6c80abce40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9140ee7fc425e" /><Relationship Type="http://schemas.openxmlformats.org/officeDocument/2006/relationships/image" Target="/ppt/media/image9.png" Id="Rb080166f22134557" /><Relationship Type="http://schemas.openxmlformats.org/officeDocument/2006/relationships/notesSlide" Target="/ppt/notesSlides/notesSlide9.xml" Id="R1474238095f040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ac0656be043a9" /><Relationship Type="http://schemas.openxmlformats.org/officeDocument/2006/relationships/image" Target="/ppt/media/image10.png" Id="Rce4f89650d3840ed" /><Relationship Type="http://schemas.openxmlformats.org/officeDocument/2006/relationships/notesSlide" Target="/ppt/notesSlides/notesSlide10.xml" Id="R8983b15f51b245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1734133544724" /><Relationship Type="http://schemas.openxmlformats.org/officeDocument/2006/relationships/image" Target="/ppt/media/image11.png" Id="R781ea7b7b8bc4c14" /><Relationship Type="http://schemas.openxmlformats.org/officeDocument/2006/relationships/notesSlide" Target="/ppt/notesSlides/notesSlide11.xml" Id="R505fd8b04e7946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7688cde1c454c" /><Relationship Type="http://schemas.openxmlformats.org/officeDocument/2006/relationships/image" Target="/ppt/media/image12.png" Id="R4fe3cacba42149ec" /><Relationship Type="http://schemas.openxmlformats.org/officeDocument/2006/relationships/notesSlide" Target="/ppt/notesSlides/notesSlide12.xml" Id="Re56ff1c95cfa47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fde6251cb4ec5" /><Relationship Type="http://schemas.openxmlformats.org/officeDocument/2006/relationships/image" Target="/ppt/media/image13.png" Id="R05db3110ceaf4ad1" /><Relationship Type="http://schemas.openxmlformats.org/officeDocument/2006/relationships/notesSlide" Target="/ppt/notesSlides/notesSlide13.xml" Id="R1f4e74a8905940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d1331be7d4e43" /><Relationship Type="http://schemas.openxmlformats.org/officeDocument/2006/relationships/image" Target="/ppt/media/image14.png" Id="R357c43eeaf03418e" /><Relationship Type="http://schemas.openxmlformats.org/officeDocument/2006/relationships/notesSlide" Target="/ppt/notesSlides/notesSlide14.xml" Id="R04b4f28945184f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ec9231d9c4454" /><Relationship Type="http://schemas.openxmlformats.org/officeDocument/2006/relationships/image" Target="/ppt/media/image15.png" Id="R681883f06d284773" /><Relationship Type="http://schemas.openxmlformats.org/officeDocument/2006/relationships/notesSlide" Target="/ppt/notesSlides/notesSlide15.xml" Id="R8c86a009e9f9464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b813c72374cb5" /><Relationship Type="http://schemas.openxmlformats.org/officeDocument/2006/relationships/image" Target="/ppt/media/image16.png" Id="Rd8f2c351f56b4b80" /><Relationship Type="http://schemas.openxmlformats.org/officeDocument/2006/relationships/notesSlide" Target="/ppt/notesSlides/notesSlide16.xml" Id="Re75e78bbf66c4a5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d81840cd74652" /><Relationship Type="http://schemas.openxmlformats.org/officeDocument/2006/relationships/image" Target="/ppt/media/image17.png" Id="Re8e8b53af3e4447c" /><Relationship Type="http://schemas.openxmlformats.org/officeDocument/2006/relationships/notesSlide" Target="/ppt/notesSlides/notesSlide17.xml" Id="R31e8f41262dd474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2774fd371498a" /><Relationship Type="http://schemas.openxmlformats.org/officeDocument/2006/relationships/image" Target="/ppt/media/image18.png" Id="R33364810f5c24797" /><Relationship Type="http://schemas.openxmlformats.org/officeDocument/2006/relationships/notesSlide" Target="/ppt/notesSlides/notesSlide18.xml" Id="R9666c93f0eea41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ba31e845b49aa" /><Relationship Type="http://schemas.openxmlformats.org/officeDocument/2006/relationships/image" Target="/ppt/media/image19.png" Id="R1a4d8bfdcb5f438f" /><Relationship Type="http://schemas.openxmlformats.org/officeDocument/2006/relationships/notesSlide" Target="/ppt/notesSlides/notesSlide19.xml" Id="Rd007b2bcf92d41b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7f424f992430a" /><Relationship Type="http://schemas.openxmlformats.org/officeDocument/2006/relationships/image" Target="/ppt/media/image20.png" Id="Rcb62b41047c84fee" /><Relationship Type="http://schemas.openxmlformats.org/officeDocument/2006/relationships/notesSlide" Target="/ppt/notesSlides/notesSlide20.xml" Id="Rb63e31a4df3149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9a16fbc574df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938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c74e176c9496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071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752886d204075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331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3a5bb87e34ae3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08935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09143ce94481b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218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1d0fcacd44fa0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3020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f03fa06444f39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354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8ee0817144b3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1293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80166f22134557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33052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f89650d3840ed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4269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ea7b7b8bc4c14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02162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3cacba42149e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849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b3110ceaf4ad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6409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c43eeaf03418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87048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883f06d284773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3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c351f56b4b80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435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8b53af3e4447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0345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64810f5c24797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7626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d8bfdcb5f438f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679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2b41047c84fe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31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2026-09-14T08:23:21.4020000Z</dcterms:created>
  <dcterms:modified xsi:type="dcterms:W3CDTF">2026-09-14T08:23:21.4020000Z</dcterms:modified>
</coreProperties>
</file>