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077ee1462674d14" /><Relationship Type="http://schemas.openxmlformats.org/officeDocument/2006/relationships/extended-properties" Target="/docProps/app.xml" Id="Rd9fb182492d942d5" /><Relationship Type="http://schemas.openxmlformats.org/officeDocument/2006/relationships/officeDocument" Target="/ppt/presentation.xml" Id="Ra6cffa39e44443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79dd230e1f642e0"/>
  </p:sldMasterIdLst>
  <p:notesMasterIdLst>
    <p:notesMasterId xmlns:r="http://schemas.openxmlformats.org/officeDocument/2006/relationships" r:id="R83ebd0382024442b"/>
  </p:notesMasterIdLst>
  <p:sldIdLst>
    <p:sldId xmlns:r="http://schemas.openxmlformats.org/officeDocument/2006/relationships" id="256" r:id="R844d6d2901b34923"/>
    <p:sldId xmlns:r="http://schemas.openxmlformats.org/officeDocument/2006/relationships" id="257" r:id="R1aead539e0cb45da"/>
    <p:sldId xmlns:r="http://schemas.openxmlformats.org/officeDocument/2006/relationships" id="258" r:id="Rbdcb91701a634cd8"/>
    <p:sldId xmlns:r="http://schemas.openxmlformats.org/officeDocument/2006/relationships" id="259" r:id="R3e42df5453e54e19"/>
    <p:sldId xmlns:r="http://schemas.openxmlformats.org/officeDocument/2006/relationships" id="260" r:id="Ra11843bc81d249e0"/>
    <p:sldId xmlns:r="http://schemas.openxmlformats.org/officeDocument/2006/relationships" id="261" r:id="Rea682dfa3deb4b37"/>
    <p:sldId xmlns:r="http://schemas.openxmlformats.org/officeDocument/2006/relationships" id="262" r:id="R13692476e9714f1a"/>
    <p:sldId xmlns:r="http://schemas.openxmlformats.org/officeDocument/2006/relationships" id="263" r:id="R21fa76ae94654902"/>
    <p:sldId xmlns:r="http://schemas.openxmlformats.org/officeDocument/2006/relationships" id="264" r:id="R854b8725adf845cf"/>
    <p:sldId xmlns:r="http://schemas.openxmlformats.org/officeDocument/2006/relationships" id="265" r:id="R372409afdb27494e"/>
    <p:sldId xmlns:r="http://schemas.openxmlformats.org/officeDocument/2006/relationships" id="266" r:id="Rd0976b9f0d1c4dee"/>
    <p:sldId xmlns:r="http://schemas.openxmlformats.org/officeDocument/2006/relationships" id="267" r:id="R10b438dae6b3400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b5bb7b4b0645c0" /><Relationship Type="http://schemas.openxmlformats.org/officeDocument/2006/relationships/slideMaster" Target="/ppt/slideMasters/slideMaster1.xml" Id="R079dd230e1f642e0" /><Relationship Type="http://schemas.openxmlformats.org/officeDocument/2006/relationships/notesMaster" Target="/ppt/notesMasters/notesMaster1.xml" Id="R83ebd0382024442b" /><Relationship Type="http://schemas.openxmlformats.org/officeDocument/2006/relationships/presProps" Target="/ppt/presProps.xml" Id="R91fd419c574f4a57" /><Relationship Type="http://schemas.openxmlformats.org/officeDocument/2006/relationships/tableStyles" Target="/ppt/tableStyles.xml" Id="R45fb0c719d3f4023" /><Relationship Type="http://schemas.openxmlformats.org/officeDocument/2006/relationships/slide" Target="/ppt/slides/slide1.xml" Id="R844d6d2901b34923" /><Relationship Type="http://schemas.openxmlformats.org/officeDocument/2006/relationships/slide" Target="/ppt/slides/slide2.xml" Id="R1aead539e0cb45da" /><Relationship Type="http://schemas.openxmlformats.org/officeDocument/2006/relationships/slide" Target="/ppt/slides/slide3.xml" Id="Rbdcb91701a634cd8" /><Relationship Type="http://schemas.openxmlformats.org/officeDocument/2006/relationships/slide" Target="/ppt/slides/slide4.xml" Id="R3e42df5453e54e19" /><Relationship Type="http://schemas.openxmlformats.org/officeDocument/2006/relationships/slide" Target="/ppt/slides/slide5.xml" Id="Ra11843bc81d249e0" /><Relationship Type="http://schemas.openxmlformats.org/officeDocument/2006/relationships/slide" Target="/ppt/slides/slide6.xml" Id="Rea682dfa3deb4b37" /><Relationship Type="http://schemas.openxmlformats.org/officeDocument/2006/relationships/slide" Target="/ppt/slides/slide7.xml" Id="R13692476e9714f1a" /><Relationship Type="http://schemas.openxmlformats.org/officeDocument/2006/relationships/slide" Target="/ppt/slides/slide8.xml" Id="R21fa76ae94654902" /><Relationship Type="http://schemas.openxmlformats.org/officeDocument/2006/relationships/slide" Target="/ppt/slides/slide9.xml" Id="R854b8725adf845cf" /><Relationship Type="http://schemas.openxmlformats.org/officeDocument/2006/relationships/slide" Target="/ppt/slides/slide10.xml" Id="R372409afdb27494e" /><Relationship Type="http://schemas.openxmlformats.org/officeDocument/2006/relationships/slide" Target="/ppt/slides/slide11.xml" Id="Rd0976b9f0d1c4dee" /><Relationship Type="http://schemas.openxmlformats.org/officeDocument/2006/relationships/slide" Target="/ppt/slides/slide12.xml" Id="R10b438dae6b340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70ba22898f40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b45e07142e4a5c" /><Relationship Type="http://schemas.openxmlformats.org/officeDocument/2006/relationships/notesMaster" Target="/ppt/notesMasters/notesMaster1.xml" Id="R531bac2f76354f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c927bb4ba14de6" /><Relationship Type="http://schemas.openxmlformats.org/officeDocument/2006/relationships/notesMaster" Target="/ppt/notesMasters/notesMaster1.xml" Id="R5ac7d8fd8d044e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5c121cae504f6d" /><Relationship Type="http://schemas.openxmlformats.org/officeDocument/2006/relationships/notesMaster" Target="/ppt/notesMasters/notesMaster1.xml" Id="R8f17f085d33343d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e9680649f6435e" /><Relationship Type="http://schemas.openxmlformats.org/officeDocument/2006/relationships/notesMaster" Target="/ppt/notesMasters/notesMaster1.xml" Id="R441f4708e354446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491146c8d94813" /><Relationship Type="http://schemas.openxmlformats.org/officeDocument/2006/relationships/notesMaster" Target="/ppt/notesMasters/notesMaster1.xml" Id="R97ba81e7966647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3f01b3684624864" /><Relationship Type="http://schemas.openxmlformats.org/officeDocument/2006/relationships/notesMaster" Target="/ppt/notesMasters/notesMaster1.xml" Id="R3854f2a9d74b44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6000e073d594722" /><Relationship Type="http://schemas.openxmlformats.org/officeDocument/2006/relationships/notesMaster" Target="/ppt/notesMasters/notesMaster1.xml" Id="R03195bff8ec642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5c4a75355944c0" /><Relationship Type="http://schemas.openxmlformats.org/officeDocument/2006/relationships/notesMaster" Target="/ppt/notesMasters/notesMaster1.xml" Id="R56cba7fd0f234e9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037be75d5f34d8a" /><Relationship Type="http://schemas.openxmlformats.org/officeDocument/2006/relationships/notesMaster" Target="/ppt/notesMasters/notesMaster1.xml" Id="Red9f4b0183df46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66cebfcf474f42" /><Relationship Type="http://schemas.openxmlformats.org/officeDocument/2006/relationships/notesMaster" Target="/ppt/notesMasters/notesMaster1.xml" Id="Rec541f5f27e94ff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e2490bd82234734" /><Relationship Type="http://schemas.openxmlformats.org/officeDocument/2006/relationships/notesMaster" Target="/ppt/notesMasters/notesMaster1.xml" Id="Reae919dbf14b4be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177d5ad8a7542e5" /><Relationship Type="http://schemas.openxmlformats.org/officeDocument/2006/relationships/notesMaster" Target="/ppt/notesMasters/notesMaster1.xml" Id="R81c41cf3ff9b42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트립 운영 가이드</a:t>
            </a:r>
          </a:p>
          <a:p xmlns:a="http://schemas.openxmlformats.org/drawingml/2006/main">
            <a:r>
              <a:t>구름 속 비행기 일러스트: 사용자 요청에 따라 이미지 생성 도구로 제작. 실제 현장 사진이 아닌 표지용 일러스트.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아젠다</a:t>
            </a:r>
          </a:p>
          <a:p xmlns:a="http://schemas.openxmlformats.org/drawingml/2006/main">
            <a:r>
              <a:t>트립의 목적</a:t>
            </a:r>
          </a:p>
          <a:p xmlns:a="http://schemas.openxmlformats.org/drawingml/2006/main">
            <a:r>
              <a:t>트립지역 선정하기</a:t>
            </a:r>
          </a:p>
          <a:p xmlns:a="http://schemas.openxmlformats.org/drawingml/2006/main">
            <a:r>
              <a:t>트립계획하기</a:t>
            </a:r>
          </a:p>
          <a:p xmlns:a="http://schemas.openxmlformats.org/drawingml/2006/main">
            <a:r>
              <a:t>트립운영하기</a:t>
            </a:r>
          </a:p>
          <a:p xmlns:a="http://schemas.openxmlformats.org/drawingml/2006/main">
            <a:r>
              <a:t>트립 후 피드백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트립의 목적</a:t>
            </a:r>
          </a:p>
          <a:p xmlns:a="http://schemas.openxmlformats.org/drawingml/2006/main">
            <a:r>
              <a:t>인컴 극대화</a:t>
            </a:r>
          </a:p>
          <a:p xmlns:a="http://schemas.openxmlformats.org/drawingml/2006/main">
            <a:r>
              <a:t>배움의 기회</a:t>
            </a:r>
          </a:p>
          <a:p xmlns:a="http://schemas.openxmlformats.org/drawingml/2006/main">
            <a:r>
              <a:t>리프레시</a:t>
            </a:r>
          </a:p>
          <a:p xmlns:a="http://schemas.openxmlformats.org/drawingml/2006/main">
            <a:r>
              <a:t>웹 발표의 트립 장면 필름에는 제공받은 사진 49장과 영상 2개, 총 51개 기록이 포함되어 있음. 이 PPT는 대표 장면을 정지 사진으로 표시함.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트립지역 선정하기</a:t>
            </a:r>
          </a:p>
          <a:p xmlns:a="http://schemas.openxmlformats.org/drawingml/2006/main">
            <a:r>
              <a:t>CTM 소통</a:t>
            </a:r>
          </a:p>
          <a:p xmlns:a="http://schemas.openxmlformats.org/drawingml/2006/main">
            <a:r>
              <a:t>동료 피드백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트립계획하기</a:t>
            </a:r>
          </a:p>
          <a:p xmlns:a="http://schemas.openxmlformats.org/drawingml/2006/main">
            <a:r>
              <a:t>사이트 선정</a:t>
            </a:r>
          </a:p>
          <a:p xmlns:a="http://schemas.openxmlformats.org/drawingml/2006/main">
            <a:r>
              <a:t>목표 설정</a:t>
            </a:r>
          </a:p>
          <a:p xmlns:a="http://schemas.openxmlformats.org/drawingml/2006/main">
            <a:r>
              <a:t>개인 계획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사이트 선정</a:t>
            </a:r>
          </a:p>
          <a:p xmlns:a="http://schemas.openxmlformats.org/drawingml/2006/main">
            <a:r>
              <a:t>CTM 자료</a:t>
            </a:r>
          </a:p>
          <a:p xmlns:a="http://schemas.openxmlformats.org/drawingml/2006/main">
            <a:r>
              <a:t>카카오맵: 사이트명 기준</a:t>
            </a:r>
          </a:p>
          <a:p xmlns:a="http://schemas.openxmlformats.org/drawingml/2006/main">
            <a:r>
              <a:t>네이버지도: 도로뷰 우선</a:t>
            </a:r>
          </a:p>
          <a:p xmlns:a="http://schemas.openxmlformats.org/drawingml/2006/main">
            <a:r>
              <a:t>사용 가능 여부</a:t>
            </a:r>
          </a:p>
          <a:p xmlns:a="http://schemas.openxmlformats.org/drawingml/2006/main">
            <a:r>
              <a:t>주요 / 예비 사이트</a:t>
            </a:r>
          </a:p>
          <a:p xmlns:a="http://schemas.openxmlformats.org/drawingml/2006/main">
            <a:r>
              <a:t>사진: 트립사진공유 앨범 IMG_9909. 과거 운영 사진이며, 다음 사용 가능 여부는 따로 확인.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트립 목표 설정</a:t>
            </a:r>
          </a:p>
          <a:p xmlns:a="http://schemas.openxmlformats.org/drawingml/2006/main">
            <a:r>
              <a:t>A  Best</a:t>
            </a:r>
          </a:p>
          <a:p xmlns:a="http://schemas.openxmlformats.org/drawingml/2006/main">
            <a:r>
              <a:t>B  Good</a:t>
            </a:r>
          </a:p>
          <a:p xmlns:a="http://schemas.openxmlformats.org/drawingml/2006/main">
            <a:r>
              <a:t>C  Minimum</a:t>
            </a:r>
          </a:p>
          <a:p xmlns:a="http://schemas.openxmlformats.org/drawingml/2006/main">
            <a:r>
              <a:t>스코어 / 클로즈 / 보상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나의 트립계획</a:t>
            </a:r>
          </a:p>
          <a:p xmlns:a="http://schemas.openxmlformats.org/drawingml/2006/main">
            <a:r>
              <a:t>BEP 넘기고 오기</a:t>
            </a:r>
          </a:p>
          <a:p xmlns:a="http://schemas.openxmlformats.org/drawingml/2006/main">
            <a:r>
              <a:t>PB 찍고 가기</a:t>
            </a:r>
          </a:p>
          <a:p xmlns:a="http://schemas.openxmlformats.org/drawingml/2006/main">
            <a:r>
              <a:t>배우고 싶은 것</a:t>
            </a:r>
          </a:p>
          <a:p xmlns:a="http://schemas.openxmlformats.org/drawingml/2006/main">
            <a:r>
              <a:t>지킬 약속</a:t>
            </a:r>
          </a:p>
          <a:p xmlns:a="http://schemas.openxmlformats.org/drawingml/2006/main">
            <a:r>
              <a:t>임재영의 개인 계획 예시. C의 At least는 Minimum과 같은 의미.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트립운영하기</a:t>
            </a:r>
          </a:p>
          <a:p xmlns:a="http://schemas.openxmlformats.org/drawingml/2006/main">
            <a:r>
              <a:t>월: 기강</a:t>
            </a:r>
          </a:p>
          <a:p xmlns:a="http://schemas.openxmlformats.org/drawingml/2006/main">
            <a:r>
              <a:t>화: 태도유지</a:t>
            </a:r>
          </a:p>
          <a:p xmlns:a="http://schemas.openxmlformats.org/drawingml/2006/main">
            <a:r>
              <a:t>수: 액티비티</a:t>
            </a:r>
          </a:p>
          <a:p xmlns:a="http://schemas.openxmlformats.org/drawingml/2006/main">
            <a:r>
              <a:t>목: PB 달성</a:t>
            </a:r>
          </a:p>
          <a:p xmlns:a="http://schemas.openxmlformats.org/drawingml/2006/main">
            <a:r>
              <a:t>금: 빠벨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요일별 운영 기준</a:t>
            </a:r>
          </a:p>
          <a:p xmlns:a="http://schemas.openxmlformats.org/drawingml/2006/main">
            <a:r>
              <a:t>수요일 18:00 종료</a:t>
            </a:r>
          </a:p>
          <a:p xmlns:a="http://schemas.openxmlformats.org/drawingml/2006/main">
            <a:r>
              <a:t>월·화 합산 팀 AVG 1.5 이상</a:t>
            </a:r>
          </a:p>
          <a:p xmlns:a="http://schemas.openxmlformats.org/drawingml/2006/main">
            <a:r>
              <a:t>금요일 14~15시 종료 목표</a:t>
            </a:r>
          </a:p>
          <a:p xmlns:a="http://schemas.openxmlformats.org/drawingml/2006/main">
            <a:r>
              <a:t>0건인 팀원이 있으면 복귀 X</a:t>
            </a:r>
          </a:p>
          <a:p xmlns:a="http://schemas.openxmlformats.org/drawingml/2006/main">
            <a:r>
              <a:t>수요일은 월·화 합산 팀 AVG 1.5 이상일 때 액티비티. 금요일 0건인 팀원이 있으면 복귀하지 않는다는 기준은 사용자 확인 내용.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3일 트립이라면</a:t>
            </a:r>
          </a:p>
          <a:p xmlns:a="http://schemas.openxmlformats.org/drawingml/2006/main">
            <a:r>
              <a:t>1일차 기강</a:t>
            </a:r>
          </a:p>
          <a:p xmlns:a="http://schemas.openxmlformats.org/drawingml/2006/main">
            <a:r>
              <a:t>2일차 액티비티</a:t>
            </a:r>
          </a:p>
          <a:p xmlns:a="http://schemas.openxmlformats.org/drawingml/2006/main">
            <a:r>
              <a:t>3일차 PB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트립 후 피드백</a:t>
            </a:r>
          </a:p>
          <a:p xmlns:a="http://schemas.openxmlformats.org/drawingml/2006/main">
            <a:r>
              <a:t>챌린지</a:t>
            </a:r>
          </a:p>
          <a:p xmlns:a="http://schemas.openxmlformats.org/drawingml/2006/main">
            <a:r>
              <a:t>윈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a9015143c3486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f427e133f04b26" /><Relationship Type="http://schemas.openxmlformats.org/officeDocument/2006/relationships/slideLayout" Target="/ppt/slideLayouts/slideLayout1.xml" Id="R66278cd64cd2454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278cd64cd2454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b7db3dffa74a5e" /><Relationship Type="http://schemas.openxmlformats.org/officeDocument/2006/relationships/image" Target="/ppt/media/image.png" Id="R19e540443db24c19" /><Relationship Type="http://schemas.openxmlformats.org/officeDocument/2006/relationships/notesSlide" Target="/ppt/notesSlides/notesSlide1.xml" Id="Rdd4f1c15710f4ba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ad05d78d4f43e3" /><Relationship Type="http://schemas.openxmlformats.org/officeDocument/2006/relationships/notesSlide" Target="/ppt/notesSlides/notesSlide2.xml" Id="R8bbe7767d11a435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5a459d9558478e" /><Relationship Type="http://schemas.openxmlformats.org/officeDocument/2006/relationships/image" Target="/ppt/media/image.jpeg" Id="R3ed52c2bc4114ddd" /><Relationship Type="http://schemas.openxmlformats.org/officeDocument/2006/relationships/image" Target="/ppt/media/image2.jpeg" Id="R231d41de99444feb" /><Relationship Type="http://schemas.openxmlformats.org/officeDocument/2006/relationships/image" Target="/ppt/media/image3.jpeg" Id="Rd38b8175aaf848e6" /><Relationship Type="http://schemas.openxmlformats.org/officeDocument/2006/relationships/image" Target="/ppt/media/image4.jpeg" Id="Rdfaae5073a2b483d" /><Relationship Type="http://schemas.openxmlformats.org/officeDocument/2006/relationships/image" Target="/ppt/media/image5.jpeg" Id="Re63b707911bc44ae" /><Relationship Type="http://schemas.openxmlformats.org/officeDocument/2006/relationships/image" Target="/ppt/media/image6.jpeg" Id="Rf7a975b6acc64ad0" /><Relationship Type="http://schemas.openxmlformats.org/officeDocument/2006/relationships/image" Target="/ppt/media/image7.jpeg" Id="Rb4e53f30b7064dec" /><Relationship Type="http://schemas.openxmlformats.org/officeDocument/2006/relationships/image" Target="/ppt/media/image8.jpeg" Id="Rb23144817ca3437a" /><Relationship Type="http://schemas.openxmlformats.org/officeDocument/2006/relationships/image" Target="/ppt/media/image9.jpeg" Id="R0125f9c1ebbe47d0" /><Relationship Type="http://schemas.openxmlformats.org/officeDocument/2006/relationships/notesSlide" Target="/ppt/notesSlides/notesSlide3.xml" Id="R59c502ea26f64b0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816316e8334367" /><Relationship Type="http://schemas.openxmlformats.org/officeDocument/2006/relationships/notesSlide" Target="/ppt/notesSlides/notesSlide4.xml" Id="Rbcf881c18a234f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e13b40f2244ac3" /><Relationship Type="http://schemas.openxmlformats.org/officeDocument/2006/relationships/notesSlide" Target="/ppt/notesSlides/notesSlide5.xml" Id="R3f34c22a69c14a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baf0c4dba24caf" /><Relationship Type="http://schemas.openxmlformats.org/officeDocument/2006/relationships/image" Target="/ppt/media/image10.jpeg" Id="R1e8de9b1576a4d2b" /><Relationship Type="http://schemas.openxmlformats.org/officeDocument/2006/relationships/notesSlide" Target="/ppt/notesSlides/notesSlide6.xml" Id="Rc3b67643999b440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9ac47558d446d9" /><Relationship Type="http://schemas.openxmlformats.org/officeDocument/2006/relationships/notesSlide" Target="/ppt/notesSlides/notesSlide7.xml" Id="R9a1579d5a545483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15c32b4f1340f6" /><Relationship Type="http://schemas.openxmlformats.org/officeDocument/2006/relationships/notesSlide" Target="/ppt/notesSlides/notesSlide8.xml" Id="R9ef0fa6eab074b2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00fe49e04e4acc" /><Relationship Type="http://schemas.openxmlformats.org/officeDocument/2006/relationships/notesSlide" Target="/ppt/notesSlides/notesSlide9.xml" Id="R041c3f37a2224df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58298810d24da3" /><Relationship Type="http://schemas.openxmlformats.org/officeDocument/2006/relationships/notesSlide" Target="/ppt/notesSlides/notesSlide10.xml" Id="R4fc58a8136f0451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637650fbc14ab6" /><Relationship Type="http://schemas.openxmlformats.org/officeDocument/2006/relationships/notesSlide" Target="/ppt/notesSlides/notesSlide11.xml" Id="R29cbe9a1cb654a2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8bebb9b95846ca" /><Relationship Type="http://schemas.openxmlformats.org/officeDocument/2006/relationships/notesSlide" Target="/ppt/notesSlides/notesSlide12.xml" Id="Raaa424da426f4d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e540443db24c19"/>
          <a:stretch xmlns:a="http://schemas.openxmlformats.org/drawingml/2006/main"/>
        </p:blipFill>
        <p:spPr>
          <a:xfrm xmlns:a="http://schemas.openxmlformats.org/drawingml/2006/main">
            <a:off x="5810250" y="1666875"/>
            <a:ext cx="5905500" cy="4429125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C34CAA-2CDA-4645-A9B2-4A2FB887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PRESENCE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C4F31B-3BED-451D-ACDA-1FCD8692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52575"/>
            <a:ext cx="5476875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05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05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TRIP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DCC370-7F43-422E-BBA2-DB86D954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29025"/>
            <a:ext cx="53625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운영 가이드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C62172-1286-4AA4-AA6F-F742B534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15025"/>
            <a:ext cx="4953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SECTOR LEADER</a:t>
            </a:r>
          </a:p>
        </p:txBody>
      </p:sp>
    </p:spTree>
    <p:extLst>
      <p:ext uri="{BB962C8B-B14F-4D97-AF65-F5344CB8AC3E}">
        <p14:creationId xmlns:p14="http://schemas.microsoft.com/office/powerpoint/2010/main" val="3931285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42B582-C77A-4C0C-83C0-E1015532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23925"/>
            <a:ext cx="3905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9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아젠다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BC7F78-D136-498D-91F0-182C7B02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9525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6B8FEA-298F-4101-B60A-AD481EA5D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866775"/>
            <a:ext cx="59150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트립의 목적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3DC86A-FF5B-49B2-8F25-AA19EDE96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1971675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1446E2-06A3-4D46-A917-AFC050E1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1885950"/>
            <a:ext cx="59150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트립지역 선정하기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822A66-FE81-4A14-8021-323DF77A2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99085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19715C-4132-40D5-B12E-482761E7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2905125"/>
            <a:ext cx="59150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트립계획하기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DBB9D5-F659-4E7E-AD9B-26933805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010025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282775-26B3-472E-A399-BD7B40E2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924300"/>
            <a:ext cx="59150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트립운영하기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6F6F8-C184-4050-886C-82F72526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029200"/>
            <a:ext cx="81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BAB6F3-D886-4A90-9175-A028F2E9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4943475"/>
            <a:ext cx="5915025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트립 후 피드백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0C2F00-BCA8-4865-B815-A4632AE9E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9602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608699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73A5F0-319C-4EE3-811B-92B665BE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498BC-76EA-4904-AAFE-63BA717D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트립의 목적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61769E-A146-4151-996B-1A6B1098B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52675"/>
            <a:ext cx="4191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82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rPr>
              <a:t>인컴 극대화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3CD350-376C-495B-9201-E8A3A987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67050"/>
            <a:ext cx="4191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필드시간 확보 / 일에 몰입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BC25D-C760-46D5-9516-860A9034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71875"/>
            <a:ext cx="4191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배움의 기회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1145BF-1BE5-4074-B1D4-D5ADBE192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0"/>
            <a:ext cx="4191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루틴부터 A to Z까지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F27AF8-6C15-40BF-9A88-A2242837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4191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리프레시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C6A725-3FE0-4F29-B838-AF86CD270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4191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낯선 장소에서 함께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52c2bc4114ddd"/>
          <a:srcRect xmlns:a="http://schemas.openxmlformats.org/drawingml/2006/main" l="0" t="14220" r="0" b="142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0" y="2362200"/>
            <a:ext cx="2076450" cy="1114425"/>
          </a:xfrm>
          <a:prstGeom xmlns:a="http://schemas.openxmlformats.org/drawingml/2006/main" prst="rect">
            <a:avLst/>
          </a:prstGeom>
        </p:spPr>
      </p:pic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1d41de99444feb"/>
          <a:srcRect xmlns:a="http://schemas.openxmlformats.org/drawingml/2006/main" l="0" t="14220" r="0" b="142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2362200"/>
            <a:ext cx="2076450" cy="1114425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8b8175aaf848e6"/>
          <a:srcRect xmlns:a="http://schemas.openxmlformats.org/drawingml/2006/main" l="0" t="29874" r="0" b="298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29750" y="2362200"/>
            <a:ext cx="2076450" cy="11144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ae5073a2b483d"/>
          <a:srcRect xmlns:a="http://schemas.openxmlformats.org/drawingml/2006/main" l="0" t="14220" r="0" b="142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0" y="3590925"/>
            <a:ext cx="2076450" cy="11144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3b707911bc44ae"/>
          <a:srcRect xmlns:a="http://schemas.openxmlformats.org/drawingml/2006/main" l="0" t="14220" r="0" b="142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3590925"/>
            <a:ext cx="2076450" cy="1114425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a975b6acc64ad0"/>
          <a:srcRect xmlns:a="http://schemas.openxmlformats.org/drawingml/2006/main" l="0" t="14220" r="0" b="142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29750" y="3590925"/>
            <a:ext cx="2076450" cy="1114425"/>
          </a:xfrm>
          <a:prstGeom xmlns:a="http://schemas.openxmlformats.org/drawingml/2006/main" prst="rect">
            <a:avLst/>
          </a:prstGeom>
        </p:spPr>
      </p:pic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e53f30b7064dec"/>
          <a:srcRect xmlns:a="http://schemas.openxmlformats.org/drawingml/2006/main" l="0" t="14220" r="0" b="142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0" y="4819650"/>
            <a:ext cx="2076450" cy="1114425"/>
          </a:xfrm>
          <a:prstGeom xmlns:a="http://schemas.openxmlformats.org/drawingml/2006/main" prst="rect">
            <a:avLst/>
          </a:prstGeom>
        </p:spPr>
      </p:pic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3144817ca3437a"/>
          <a:srcRect xmlns:a="http://schemas.openxmlformats.org/drawingml/2006/main" l="0" t="14220" r="0" b="142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4819650"/>
            <a:ext cx="2076450" cy="1114425"/>
          </a:xfrm>
          <a:prstGeom xmlns:a="http://schemas.openxmlformats.org/drawingml/2006/main" prst="rect">
            <a:avLst/>
          </a:prstGeom>
        </p:spPr>
      </p:pic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25f9c1ebbe47d0"/>
          <a:srcRect xmlns:a="http://schemas.openxmlformats.org/drawingml/2006/main" l="0" t="14220" r="0" b="142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29750" y="4819650"/>
            <a:ext cx="2076450" cy="1114425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E03E34-1CFC-498A-9B7E-85AD8ADB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6238875"/>
            <a:ext cx="5905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트립 장면들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4478F0-6B36-41C6-A686-C165A9253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9602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763396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067D1F-F5A2-432C-8740-DA6AD6611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5B9008-1528-4669-BDD4-F0DD9DC7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트립지역 선정하기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A34CF4-07EB-45FB-8666-D48A4743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481012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1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1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CTM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D27B98-1BE2-4D0A-9266-E33BF4B41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소통 / 자료 요청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F83B4-4AA7-4792-A66E-CAE07ED1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762250"/>
            <a:ext cx="47434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1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1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동료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8BE22E-D656-4013-950F-FA72394A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4305300"/>
            <a:ext cx="46958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경험 / 피드백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13A83F-9672-40C7-B7CD-F85892AC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9602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789529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6B3C65-9B30-4774-80B6-969FDC3A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880674-DF0D-4B98-BB1B-1BC18645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트립계획하기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4AB9BC-C038-43C2-8C31-B9C84991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524125"/>
            <a:ext cx="8001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90569-63DB-47C3-AB22-D7B02DF3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495550"/>
            <a:ext cx="5619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4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4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사이트 선정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F6E5-58B0-408F-BD94-F04F8B7A0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432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CTM 자료 참고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DF7DE0-8136-4AA0-AF07-6A564A09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648075"/>
            <a:ext cx="8001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9A80B0-15B9-4001-A3C3-DD98FB90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19500"/>
            <a:ext cx="5619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4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4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목표 설정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A079C0-639B-42CC-92EE-9E317E1E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6715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Profit / Progress / People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A13F94-B432-4807-BC0C-4E8ACC3F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772025"/>
            <a:ext cx="8001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2109B2-521B-4610-BE7F-F6BBCD9E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43450"/>
            <a:ext cx="561975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4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4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개인 계획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79C6A-D0A7-44E7-9F23-2DBC3876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911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테마 / 배움 / 약속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01B684-4728-4FF2-96FF-56561C4D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9602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727413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5ECF7A-0EFE-4E34-A44D-035FD38F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03  트립계획하기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EAC8BB-8CCC-4987-992E-D1C3F39DC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사이트 선정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8de9b1576a4d2b"/>
          <a:stretch xmlns:a="http://schemas.openxmlformats.org/drawingml/2006/main"/>
        </p:blipFill>
        <p:spPr>
          <a:xfrm xmlns:a="http://schemas.openxmlformats.org/drawingml/2006/main">
            <a:off x="7847409" y="1714500"/>
            <a:ext cx="3307556" cy="44100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2DC47D-C8C5-4F87-A2D3-75BC0FE11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71725"/>
            <a:ext cx="604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rPr>
              <a:t>CTM 자료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9A75FA-38CC-4558-B433-F8DB7DA8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4675"/>
            <a:ext cx="304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카카오맵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B856D3-C717-42E2-8F76-749E2552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670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사이트명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D3CF8A-F097-40AB-BA1D-55AF4C8F3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57625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네이버지도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2F66FA-E98A-44FF-9D83-C8BA00C0A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100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도로뷰 우선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439DE2-0A17-4DA1-9136-98E3971B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00575"/>
            <a:ext cx="62388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사용 가능 여부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88A8B2-2CDA-467E-9BF7-3344FA0B5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48325"/>
            <a:ext cx="6238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주요 / 예비 사이트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09D189-E649-4DAE-ABA7-A96E8D3F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9602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440537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7EB00C-0E32-4C6C-A513-BC97E569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03  트립계획하기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751E7-3427-4A3B-BD4E-C656EE1A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트립 목표 설정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8230B9-E532-4647-AE26-247B0969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314575"/>
            <a:ext cx="31432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75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75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6111CC-0109-411E-869E-9B8CBA51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34194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Best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0F8BC7-8DE1-4614-8167-77F7D11E4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최고의 결과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5320CB-3062-43E7-95EB-65E25961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314575"/>
            <a:ext cx="31432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7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7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CB5CB6-C8D0-4507-B603-84A241F8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48125"/>
            <a:ext cx="34194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Good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DC5F09-A5FD-44FB-87D5-F1F4531B0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149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좋은 결과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41E2CD-CE99-4C50-A249-570AC09A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2314575"/>
            <a:ext cx="3143250" cy="160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87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7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FEAA32-9105-46C9-A612-6B671F2F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48125"/>
            <a:ext cx="34194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Minimum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FE8207-D38C-4C16-A6A0-B9FDF2F88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149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최소한의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5AC0BD-1AE4-4728-80FB-887CB6C11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53125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스코어 / 클로즈 / 보상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B574E-7E62-4BA0-A31E-6ED45FE7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9602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2859326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7E839F-8FBB-43D6-8737-63FFF858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03  트립계획하기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E60DD0-39F3-4D53-B274-814B344E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나의 트립계획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775C32-5F80-4EA9-9577-00464F24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33625"/>
            <a:ext cx="1019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임재영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A23F3-1A58-4A55-8E40-EEA165B0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106965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4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BEP 넘기고 오기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8A27F-7C2C-4F3D-B28B-4168109B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76675"/>
            <a:ext cx="106965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7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47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rPr>
              <a:t>PB 찍고 가기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89D93A-2885-4598-B736-5C5D67C8C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8640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배우고 싶은 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6A8CC9-F18C-4943-924C-85ADFE0B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24550"/>
            <a:ext cx="571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컨텍 / STP / 트립 운영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24DCF8-1575-4A00-9628-01CEDF3F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486400"/>
            <a:ext cx="45053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지킬 약속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B954A4-1901-4AA8-8D76-0CD0E49B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924550"/>
            <a:ext cx="45053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필드시간 / 루틴 / 서로 신뢰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49DA10-5D06-4325-9C01-48E60EE03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9602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98547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67DD82-682A-41EA-8FEC-056489D4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7FD935-1D8F-4679-8AC9-C94D1A683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트립운영하기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C68D72-D233-4CFB-AE9D-4EBBE70AF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67000"/>
            <a:ext cx="20383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CBD5F5-6433-418D-A5F9-D2A67A83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29100"/>
            <a:ext cx="2038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기강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74734A-2539-4CD8-B474-E442DEC6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3395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첫날 집중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541B5A-90C3-45CD-A933-ACC5314D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2667000"/>
            <a:ext cx="20383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078DA5-95E4-4B7C-A89B-63B22D947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4229100"/>
            <a:ext cx="2038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태도유지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A2F020-859A-418C-ACF2-45E893BF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493395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첫날의 태도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B4D3FD-65D7-45DA-82A2-E9D4CA66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667000"/>
            <a:ext cx="20383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25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25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FB49C0-C76D-47CC-AFA0-E1074BF22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229100"/>
            <a:ext cx="2038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액티비티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77103E-5E4F-4067-B988-C6359588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93395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함께 재충전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057135-5662-4054-86B0-A69FFA99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2667000"/>
            <a:ext cx="20383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9BAF0B-A179-41E2-B003-D3394408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4229100"/>
            <a:ext cx="2038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PB 달성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199E55-F10A-4C34-AF31-8F2A5944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493395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최고 결과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EB765D-AACE-40D1-81D1-13288FA6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67000"/>
            <a:ext cx="203835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ACCAA8-0D2B-4B3F-B919-31A356B17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229100"/>
            <a:ext cx="2038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빠벨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C18496-E9CF-43C5-83D9-EED401C5E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93395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빠른 복귀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2D5382-82F7-4635-A991-55797CD0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9602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20398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430396-01EF-47AE-A1CA-EBE563F6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04  트립운영하기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07BA99-D551-4856-925F-270D973F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요일별 운영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A2E736-C198-4134-A4A1-6D261078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24125"/>
            <a:ext cx="5048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수요일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161BBF-E992-4865-B369-5B1A0D68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526732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87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rPr>
              <a:t>18:00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65732A-EC6E-484A-861B-A0652BBA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14850"/>
            <a:ext cx="5095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필드 종료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1C91F0-CEB6-4D52-BDA2-8A9E39FA6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14950"/>
            <a:ext cx="5095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월·화 합산 팀 AVG 1.5 이상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AEACD1-418F-4349-83F2-7F9E2F17D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2524125"/>
            <a:ext cx="45053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금요일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E47D43-D9E9-4FA2-8248-EC0FB7E0E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343275"/>
            <a:ext cx="46672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0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0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14~15시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A559AB-B08E-468F-88C0-1EAB99ED3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514850"/>
            <a:ext cx="45053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필드 종료 목표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7D7D1D-CF24-4FEF-B1A0-6ADE3595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314950"/>
            <a:ext cx="45053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rPr>
              <a:t>0건인 팀원이 있으면 복귀 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B6DE47-53B0-4806-81E3-FAF00C1E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9602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44185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3BE8BE-63C8-4268-B84D-C3F646D4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04  트립운영하기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B4C90B-FB45-4ACF-A106-D9682E82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3일 트립이라면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9DEEF4-7C55-4510-9498-CCA6E725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47925"/>
            <a:ext cx="35433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45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45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BD127-19BB-44DD-A374-F1755AB2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714625"/>
            <a:ext cx="1695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1일차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97627D-D9C0-4576-BFFF-BB89DBF7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486025"/>
            <a:ext cx="44862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기강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C52CC5-6E42-46F0-93CB-D21A6601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790950"/>
            <a:ext cx="1695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2일차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1F6F8F-CD2F-4FC1-9B6C-F4F48A6B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562350"/>
            <a:ext cx="44862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액티비티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75CDE7-DE07-4F60-BD24-9C359392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867275"/>
            <a:ext cx="1695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3일차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5FD489-DBEA-4924-8683-4BDE3612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638675"/>
            <a:ext cx="44862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PB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D44FB7-8602-4C89-A334-4E5A2A9A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9602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043820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0B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0B1611-D8ED-46A0-BA90-DD9C925F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B409D2-F47B-4B26-8509-01C2F095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800"/>
            <a:ext cx="10858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트립 후 피드백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CDB155-A151-4564-8A3C-AE749E67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561022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1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1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챌린지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2987AE-78A1-4381-9B4D-BAC617733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28950"/>
            <a:ext cx="4438650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17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17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rPr>
              <a:t>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483962-8EF6-4694-B810-987CEABF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914900"/>
            <a:ext cx="5191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어려웠던 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BD1F97-7944-4FFF-B96F-40A94C3C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914900"/>
            <a:ext cx="4343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잘된 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DC0380-D4F1-48CF-966B-92B8F068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9602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496007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2026-09-14T14:03:58.5210000Z</dcterms:created>
  <dcterms:modified xsi:type="dcterms:W3CDTF">2026-09-14T14:03:58.5210000Z</dcterms:modified>
</coreProperties>
</file>