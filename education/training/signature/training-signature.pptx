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0afc487de44bc0" /><Relationship Type="http://schemas.openxmlformats.org/officeDocument/2006/relationships/extended-properties" Target="/docProps/app.xml" Id="Rdf7606112ca448a8" /><Relationship Type="http://schemas.openxmlformats.org/officeDocument/2006/relationships/officeDocument" Target="/ppt/presentation.xml" Id="R6fe940814e9d4a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7bf9b747134327"/>
  </p:sldMasterIdLst>
  <p:notesMasterIdLst>
    <p:notesMasterId xmlns:r="http://schemas.openxmlformats.org/officeDocument/2006/relationships" r:id="R36fb95f4a7cb4483"/>
  </p:notesMasterIdLst>
  <p:sldIdLst>
    <p:sldId xmlns:r="http://schemas.openxmlformats.org/officeDocument/2006/relationships" id="256" r:id="R93dbe6d66c554b75"/>
    <p:sldId xmlns:r="http://schemas.openxmlformats.org/officeDocument/2006/relationships" id="257" r:id="R089d7faa1c004bf0"/>
    <p:sldId xmlns:r="http://schemas.openxmlformats.org/officeDocument/2006/relationships" id="258" r:id="R4dc4e4825fca4883"/>
    <p:sldId xmlns:r="http://schemas.openxmlformats.org/officeDocument/2006/relationships" id="259" r:id="Rb2bb99debf4c453c"/>
    <p:sldId xmlns:r="http://schemas.openxmlformats.org/officeDocument/2006/relationships" id="260" r:id="Rd3255329c0a74a2f"/>
    <p:sldId xmlns:r="http://schemas.openxmlformats.org/officeDocument/2006/relationships" id="261" r:id="R843fbbd65b82441a"/>
    <p:sldId xmlns:r="http://schemas.openxmlformats.org/officeDocument/2006/relationships" id="262" r:id="R527d6fe1796b4f67"/>
    <p:sldId xmlns:r="http://schemas.openxmlformats.org/officeDocument/2006/relationships" id="263" r:id="R2c52a4b3a30c4252"/>
    <p:sldId xmlns:r="http://schemas.openxmlformats.org/officeDocument/2006/relationships" id="264" r:id="R267d60b0e3b14b9d"/>
    <p:sldId xmlns:r="http://schemas.openxmlformats.org/officeDocument/2006/relationships" id="265" r:id="Rcbffdf9e48b64893"/>
    <p:sldId xmlns:r="http://schemas.openxmlformats.org/officeDocument/2006/relationships" id="266" r:id="Rd378515199114f90"/>
    <p:sldId xmlns:r="http://schemas.openxmlformats.org/officeDocument/2006/relationships" id="267" r:id="R576000a35412415e"/>
    <p:sldId xmlns:r="http://schemas.openxmlformats.org/officeDocument/2006/relationships" id="268" r:id="R3490278287a046d7"/>
    <p:sldId xmlns:r="http://schemas.openxmlformats.org/officeDocument/2006/relationships" id="269" r:id="R9015bad4079c4ee4"/>
    <p:sldId xmlns:r="http://schemas.openxmlformats.org/officeDocument/2006/relationships" id="270" r:id="R3dc3e98931f74f64"/>
    <p:sldId xmlns:r="http://schemas.openxmlformats.org/officeDocument/2006/relationships" id="271" r:id="Rf12b712adfe944d2"/>
    <p:sldId xmlns:r="http://schemas.openxmlformats.org/officeDocument/2006/relationships" id="272" r:id="R75cbd64906ff4974"/>
    <p:sldId xmlns:r="http://schemas.openxmlformats.org/officeDocument/2006/relationships" id="273" r:id="R43e3d8d2d69a48a6"/>
    <p:sldId xmlns:r="http://schemas.openxmlformats.org/officeDocument/2006/relationships" id="274" r:id="R7fadfad46b074a7a"/>
    <p:sldId xmlns:r="http://schemas.openxmlformats.org/officeDocument/2006/relationships" id="275" r:id="R8f48b40618ac4cee"/>
    <p:sldId xmlns:r="http://schemas.openxmlformats.org/officeDocument/2006/relationships" id="276" r:id="R43182d44cd964efa"/>
    <p:sldId xmlns:r="http://schemas.openxmlformats.org/officeDocument/2006/relationships" id="277" r:id="R061d90f57b2c4c4d"/>
    <p:sldId xmlns:r="http://schemas.openxmlformats.org/officeDocument/2006/relationships" id="278" r:id="R47c8e95b11c84f04"/>
    <p:sldId xmlns:r="http://schemas.openxmlformats.org/officeDocument/2006/relationships" id="279" r:id="Ra2a8684bb4b44d6f"/>
    <p:sldId xmlns:r="http://schemas.openxmlformats.org/officeDocument/2006/relationships" id="280" r:id="Rc965d1285b604137"/>
    <p:sldId xmlns:r="http://schemas.openxmlformats.org/officeDocument/2006/relationships" id="281" r:id="R513c27d24e454c9b"/>
    <p:sldId xmlns:r="http://schemas.openxmlformats.org/officeDocument/2006/relationships" id="282" r:id="R17d9f72ae41143b2"/>
    <p:sldId xmlns:r="http://schemas.openxmlformats.org/officeDocument/2006/relationships" id="283" r:id="R7c6006ecd62d448d"/>
    <p:sldId xmlns:r="http://schemas.openxmlformats.org/officeDocument/2006/relationships" id="284" r:id="Rf6eb2e80f2874b2f"/>
    <p:sldId xmlns:r="http://schemas.openxmlformats.org/officeDocument/2006/relationships" id="285" r:id="R05543083aaff4593"/>
    <p:sldId xmlns:r="http://schemas.openxmlformats.org/officeDocument/2006/relationships" id="286" r:id="Reeda593978f649e0"/>
    <p:sldId xmlns:r="http://schemas.openxmlformats.org/officeDocument/2006/relationships" id="287" r:id="R135e120b99dc4c87"/>
    <p:sldId xmlns:r="http://schemas.openxmlformats.org/officeDocument/2006/relationships" id="288" r:id="R06312674dcdc4c0e"/>
    <p:sldId xmlns:r="http://schemas.openxmlformats.org/officeDocument/2006/relationships" id="289" r:id="R16ee4ae1381d450e"/>
    <p:sldId xmlns:r="http://schemas.openxmlformats.org/officeDocument/2006/relationships" id="290" r:id="R0d006e52d81a4053"/>
    <p:sldId xmlns:r="http://schemas.openxmlformats.org/officeDocument/2006/relationships" id="291" r:id="R7ff7b3eb8b184629"/>
    <p:sldId xmlns:r="http://schemas.openxmlformats.org/officeDocument/2006/relationships" id="292" r:id="R4e3eabedf9804dca"/>
    <p:sldId xmlns:r="http://schemas.openxmlformats.org/officeDocument/2006/relationships" id="293" r:id="R1510720160b04dca"/>
    <p:sldId xmlns:r="http://schemas.openxmlformats.org/officeDocument/2006/relationships" id="294" r:id="R19e21ea9eaa44641"/>
    <p:sldId xmlns:r="http://schemas.openxmlformats.org/officeDocument/2006/relationships" id="295" r:id="R478796ca2ba548ae"/>
    <p:sldId xmlns:r="http://schemas.openxmlformats.org/officeDocument/2006/relationships" id="296" r:id="R59a3384a71904174"/>
    <p:sldId xmlns:r="http://schemas.openxmlformats.org/officeDocument/2006/relationships" id="297" r:id="R5e77325208594740"/>
    <p:sldId xmlns:r="http://schemas.openxmlformats.org/officeDocument/2006/relationships" id="298" r:id="Rbec1e499451b47ee"/>
    <p:sldId xmlns:r="http://schemas.openxmlformats.org/officeDocument/2006/relationships" id="299" r:id="Rb54f665dcd544941"/>
    <p:sldId xmlns:r="http://schemas.openxmlformats.org/officeDocument/2006/relationships" id="300" r:id="R6b6f99120ec24266"/>
    <p:sldId xmlns:r="http://schemas.openxmlformats.org/officeDocument/2006/relationships" id="301" r:id="Rd32a3cd437a74ed2"/>
    <p:sldId xmlns:r="http://schemas.openxmlformats.org/officeDocument/2006/relationships" id="302" r:id="Raeaed663807f4779"/>
    <p:sldId xmlns:r="http://schemas.openxmlformats.org/officeDocument/2006/relationships" id="303" r:id="Rbee28cc7579b4f07"/>
    <p:sldId xmlns:r="http://schemas.openxmlformats.org/officeDocument/2006/relationships" id="304" r:id="Ra70641e2f80941c3"/>
    <p:sldId xmlns:r="http://schemas.openxmlformats.org/officeDocument/2006/relationships" id="305" r:id="Rd8522df0b710499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d9b756d38d74dc2" /><Relationship Type="http://schemas.openxmlformats.org/officeDocument/2006/relationships/slideMaster" Target="/ppt/slideMasters/slideMaster1.xml" Id="Reb7bf9b747134327" /><Relationship Type="http://schemas.openxmlformats.org/officeDocument/2006/relationships/notesMaster" Target="/ppt/notesMasters/notesMaster1.xml" Id="R36fb95f4a7cb4483" /><Relationship Type="http://schemas.openxmlformats.org/officeDocument/2006/relationships/presProps" Target="/ppt/presProps.xml" Id="Ra8bf3e82443f40f0" /><Relationship Type="http://schemas.openxmlformats.org/officeDocument/2006/relationships/tableStyles" Target="/ppt/tableStyles.xml" Id="R30a7c7b62077433d" /><Relationship Type="http://schemas.openxmlformats.org/officeDocument/2006/relationships/slide" Target="/ppt/slides/slide1.xml" Id="R93dbe6d66c554b75" /><Relationship Type="http://schemas.openxmlformats.org/officeDocument/2006/relationships/slide" Target="/ppt/slides/slide2.xml" Id="R089d7faa1c004bf0" /><Relationship Type="http://schemas.openxmlformats.org/officeDocument/2006/relationships/slide" Target="/ppt/slides/slide3.xml" Id="R4dc4e4825fca4883" /><Relationship Type="http://schemas.openxmlformats.org/officeDocument/2006/relationships/slide" Target="/ppt/slides/slide4.xml" Id="Rb2bb99debf4c453c" /><Relationship Type="http://schemas.openxmlformats.org/officeDocument/2006/relationships/slide" Target="/ppt/slides/slide5.xml" Id="Rd3255329c0a74a2f" /><Relationship Type="http://schemas.openxmlformats.org/officeDocument/2006/relationships/slide" Target="/ppt/slides/slide6.xml" Id="R843fbbd65b82441a" /><Relationship Type="http://schemas.openxmlformats.org/officeDocument/2006/relationships/slide" Target="/ppt/slides/slide7.xml" Id="R527d6fe1796b4f67" /><Relationship Type="http://schemas.openxmlformats.org/officeDocument/2006/relationships/slide" Target="/ppt/slides/slide8.xml" Id="R2c52a4b3a30c4252" /><Relationship Type="http://schemas.openxmlformats.org/officeDocument/2006/relationships/slide" Target="/ppt/slides/slide9.xml" Id="R267d60b0e3b14b9d" /><Relationship Type="http://schemas.openxmlformats.org/officeDocument/2006/relationships/slide" Target="/ppt/slides/slide10.xml" Id="Rcbffdf9e48b64893" /><Relationship Type="http://schemas.openxmlformats.org/officeDocument/2006/relationships/slide" Target="/ppt/slides/slide11.xml" Id="Rd378515199114f90" /><Relationship Type="http://schemas.openxmlformats.org/officeDocument/2006/relationships/slide" Target="/ppt/slides/slide12.xml" Id="R576000a35412415e" /><Relationship Type="http://schemas.openxmlformats.org/officeDocument/2006/relationships/slide" Target="/ppt/slides/slide13.xml" Id="R3490278287a046d7" /><Relationship Type="http://schemas.openxmlformats.org/officeDocument/2006/relationships/slide" Target="/ppt/slides/slide14.xml" Id="R9015bad4079c4ee4" /><Relationship Type="http://schemas.openxmlformats.org/officeDocument/2006/relationships/slide" Target="/ppt/slides/slide15.xml" Id="R3dc3e98931f74f64" /><Relationship Type="http://schemas.openxmlformats.org/officeDocument/2006/relationships/slide" Target="/ppt/slides/slide16.xml" Id="Rf12b712adfe944d2" /><Relationship Type="http://schemas.openxmlformats.org/officeDocument/2006/relationships/slide" Target="/ppt/slides/slide17.xml" Id="R75cbd64906ff4974" /><Relationship Type="http://schemas.openxmlformats.org/officeDocument/2006/relationships/slide" Target="/ppt/slides/slide18.xml" Id="R43e3d8d2d69a48a6" /><Relationship Type="http://schemas.openxmlformats.org/officeDocument/2006/relationships/slide" Target="/ppt/slides/slide19.xml" Id="R7fadfad46b074a7a" /><Relationship Type="http://schemas.openxmlformats.org/officeDocument/2006/relationships/slide" Target="/ppt/slides/slide20.xml" Id="R8f48b40618ac4cee" /><Relationship Type="http://schemas.openxmlformats.org/officeDocument/2006/relationships/slide" Target="/ppt/slides/slide21.xml" Id="R43182d44cd964efa" /><Relationship Type="http://schemas.openxmlformats.org/officeDocument/2006/relationships/slide" Target="/ppt/slides/slide22.xml" Id="R061d90f57b2c4c4d" /><Relationship Type="http://schemas.openxmlformats.org/officeDocument/2006/relationships/slide" Target="/ppt/slides/slide23.xml" Id="R47c8e95b11c84f04" /><Relationship Type="http://schemas.openxmlformats.org/officeDocument/2006/relationships/slide" Target="/ppt/slides/slide24.xml" Id="Ra2a8684bb4b44d6f" /><Relationship Type="http://schemas.openxmlformats.org/officeDocument/2006/relationships/slide" Target="/ppt/slides/slide25.xml" Id="Rc965d1285b604137" /><Relationship Type="http://schemas.openxmlformats.org/officeDocument/2006/relationships/slide" Target="/ppt/slides/slide26.xml" Id="R513c27d24e454c9b" /><Relationship Type="http://schemas.openxmlformats.org/officeDocument/2006/relationships/slide" Target="/ppt/slides/slide27.xml" Id="R17d9f72ae41143b2" /><Relationship Type="http://schemas.openxmlformats.org/officeDocument/2006/relationships/slide" Target="/ppt/slides/slide28.xml" Id="R7c6006ecd62d448d" /><Relationship Type="http://schemas.openxmlformats.org/officeDocument/2006/relationships/slide" Target="/ppt/slides/slide29.xml" Id="Rf6eb2e80f2874b2f" /><Relationship Type="http://schemas.openxmlformats.org/officeDocument/2006/relationships/slide" Target="/ppt/slides/slide30.xml" Id="R05543083aaff4593" /><Relationship Type="http://schemas.openxmlformats.org/officeDocument/2006/relationships/slide" Target="/ppt/slides/slide31.xml" Id="Reeda593978f649e0" /><Relationship Type="http://schemas.openxmlformats.org/officeDocument/2006/relationships/slide" Target="/ppt/slides/slide32.xml" Id="R135e120b99dc4c87" /><Relationship Type="http://schemas.openxmlformats.org/officeDocument/2006/relationships/slide" Target="/ppt/slides/slide33.xml" Id="R06312674dcdc4c0e" /><Relationship Type="http://schemas.openxmlformats.org/officeDocument/2006/relationships/slide" Target="/ppt/slides/slide34.xml" Id="R16ee4ae1381d450e" /><Relationship Type="http://schemas.openxmlformats.org/officeDocument/2006/relationships/slide" Target="/ppt/slides/slide35.xml" Id="R0d006e52d81a4053" /><Relationship Type="http://schemas.openxmlformats.org/officeDocument/2006/relationships/slide" Target="/ppt/slides/slide36.xml" Id="R7ff7b3eb8b184629" /><Relationship Type="http://schemas.openxmlformats.org/officeDocument/2006/relationships/slide" Target="/ppt/slides/slide37.xml" Id="R4e3eabedf9804dca" /><Relationship Type="http://schemas.openxmlformats.org/officeDocument/2006/relationships/slide" Target="/ppt/slides/slide38.xml" Id="R1510720160b04dca" /><Relationship Type="http://schemas.openxmlformats.org/officeDocument/2006/relationships/slide" Target="/ppt/slides/slide39.xml" Id="R19e21ea9eaa44641" /><Relationship Type="http://schemas.openxmlformats.org/officeDocument/2006/relationships/slide" Target="/ppt/slides/slide40.xml" Id="R478796ca2ba548ae" /><Relationship Type="http://schemas.openxmlformats.org/officeDocument/2006/relationships/slide" Target="/ppt/slides/slide41.xml" Id="R59a3384a71904174" /><Relationship Type="http://schemas.openxmlformats.org/officeDocument/2006/relationships/slide" Target="/ppt/slides/slide42.xml" Id="R5e77325208594740" /><Relationship Type="http://schemas.openxmlformats.org/officeDocument/2006/relationships/slide" Target="/ppt/slides/slide43.xml" Id="Rbec1e499451b47ee" /><Relationship Type="http://schemas.openxmlformats.org/officeDocument/2006/relationships/slide" Target="/ppt/slides/slide44.xml" Id="Rb54f665dcd544941" /><Relationship Type="http://schemas.openxmlformats.org/officeDocument/2006/relationships/slide" Target="/ppt/slides/slide45.xml" Id="R6b6f99120ec24266" /><Relationship Type="http://schemas.openxmlformats.org/officeDocument/2006/relationships/slide" Target="/ppt/slides/slide46.xml" Id="Rd32a3cd437a74ed2" /><Relationship Type="http://schemas.openxmlformats.org/officeDocument/2006/relationships/slide" Target="/ppt/slides/slide47.xml" Id="Raeaed663807f4779" /><Relationship Type="http://schemas.openxmlformats.org/officeDocument/2006/relationships/slide" Target="/ppt/slides/slide48.xml" Id="Rbee28cc7579b4f07" /><Relationship Type="http://schemas.openxmlformats.org/officeDocument/2006/relationships/slide" Target="/ppt/slides/slide49.xml" Id="Ra70641e2f80941c3" /><Relationship Type="http://schemas.openxmlformats.org/officeDocument/2006/relationships/slide" Target="/ppt/slides/slide50.xml" Id="Rd8522df0b71049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b2d03c0c8e46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0436f3379f4d00" /><Relationship Type="http://schemas.openxmlformats.org/officeDocument/2006/relationships/notesMaster" Target="/ppt/notesMasters/notesMaster1.xml" Id="R39f81c96d4ba41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45ff4cb87349db" /><Relationship Type="http://schemas.openxmlformats.org/officeDocument/2006/relationships/notesMaster" Target="/ppt/notesMasters/notesMaster1.xml" Id="R740a615bc7e645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e84ef4b20b4bed" /><Relationship Type="http://schemas.openxmlformats.org/officeDocument/2006/relationships/notesMaster" Target="/ppt/notesMasters/notesMaster1.xml" Id="Recac5e2441e443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fa76e1ec8c438d" /><Relationship Type="http://schemas.openxmlformats.org/officeDocument/2006/relationships/notesMaster" Target="/ppt/notesMasters/notesMaster1.xml" Id="R7de58de0695e4a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e2adca578246bd" /><Relationship Type="http://schemas.openxmlformats.org/officeDocument/2006/relationships/notesMaster" Target="/ppt/notesMasters/notesMaster1.xml" Id="R9a710b8297cf47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b5a30efa0c4630" /><Relationship Type="http://schemas.openxmlformats.org/officeDocument/2006/relationships/notesMaster" Target="/ppt/notesMasters/notesMaster1.xml" Id="R6e1446e059e54d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707e5322da4244" /><Relationship Type="http://schemas.openxmlformats.org/officeDocument/2006/relationships/notesMaster" Target="/ppt/notesMasters/notesMaster1.xml" Id="Rfb43fb9de4224e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f0264eedf2484b" /><Relationship Type="http://schemas.openxmlformats.org/officeDocument/2006/relationships/notesMaster" Target="/ppt/notesMasters/notesMaster1.xml" Id="R6e98699b4e3746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f3d320220a4b5b" /><Relationship Type="http://schemas.openxmlformats.org/officeDocument/2006/relationships/notesMaster" Target="/ppt/notesMasters/notesMaster1.xml" Id="R56e2c4f61a804c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2fe6f66671476e" /><Relationship Type="http://schemas.openxmlformats.org/officeDocument/2006/relationships/notesMaster" Target="/ppt/notesMasters/notesMaster1.xml" Id="Rde1cc3d1caa94b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a08c86892bb475c" /><Relationship Type="http://schemas.openxmlformats.org/officeDocument/2006/relationships/notesMaster" Target="/ppt/notesMasters/notesMaster1.xml" Id="R5b1a13be9aa248b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f8d3d0748da43f2" /><Relationship Type="http://schemas.openxmlformats.org/officeDocument/2006/relationships/notesMaster" Target="/ppt/notesMasters/notesMaster1.xml" Id="R626f8db0e13f49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145d0486684fac" /><Relationship Type="http://schemas.openxmlformats.org/officeDocument/2006/relationships/notesMaster" Target="/ppt/notesMasters/notesMaster1.xml" Id="R50a913fd2621480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44bbb29ae0d4a73" /><Relationship Type="http://schemas.openxmlformats.org/officeDocument/2006/relationships/notesMaster" Target="/ppt/notesMasters/notesMaster1.xml" Id="Rc15027348b99472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6572193984f4517" /><Relationship Type="http://schemas.openxmlformats.org/officeDocument/2006/relationships/notesMaster" Target="/ppt/notesMasters/notesMaster1.xml" Id="R84e8f9b280d047b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12f828aeca46ef" /><Relationship Type="http://schemas.openxmlformats.org/officeDocument/2006/relationships/notesMaster" Target="/ppt/notesMasters/notesMaster1.xml" Id="R95fcd8b8aaf14ec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7b19f46c11e4d92" /><Relationship Type="http://schemas.openxmlformats.org/officeDocument/2006/relationships/notesMaster" Target="/ppt/notesMasters/notesMaster1.xml" Id="Rded2e8c03e024f3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4167f41c0a141ed" /><Relationship Type="http://schemas.openxmlformats.org/officeDocument/2006/relationships/notesMaster" Target="/ppt/notesMasters/notesMaster1.xml" Id="R3f14dc207a2b4ad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d08418758e34d35" /><Relationship Type="http://schemas.openxmlformats.org/officeDocument/2006/relationships/notesMaster" Target="/ppt/notesMasters/notesMaster1.xml" Id="R5573260e8264451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366433bb72342cd" /><Relationship Type="http://schemas.openxmlformats.org/officeDocument/2006/relationships/notesMaster" Target="/ppt/notesMasters/notesMaster1.xml" Id="R4ab96620159947b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a12266bd6ae4009" /><Relationship Type="http://schemas.openxmlformats.org/officeDocument/2006/relationships/notesMaster" Target="/ppt/notesMasters/notesMaster1.xml" Id="Rd58a8824a27243b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a4382310ba14eb6" /><Relationship Type="http://schemas.openxmlformats.org/officeDocument/2006/relationships/notesMaster" Target="/ppt/notesMasters/notesMaster1.xml" Id="R106bb7f306c44f2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e402e1873c44f5f" /><Relationship Type="http://schemas.openxmlformats.org/officeDocument/2006/relationships/notesMaster" Target="/ppt/notesMasters/notesMaster1.xml" Id="Rc6682ebb3b454e2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85eb4b4feaa4993" /><Relationship Type="http://schemas.openxmlformats.org/officeDocument/2006/relationships/notesMaster" Target="/ppt/notesMasters/notesMaster1.xml" Id="Rdad4305ba9a149c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43948f242cf4327" /><Relationship Type="http://schemas.openxmlformats.org/officeDocument/2006/relationships/notesMaster" Target="/ppt/notesMasters/notesMaster1.xml" Id="R95e956d204244c4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f580741494e439d" /><Relationship Type="http://schemas.openxmlformats.org/officeDocument/2006/relationships/notesMaster" Target="/ppt/notesMasters/notesMaster1.xml" Id="R8e658188857047c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a9c4f2fc8594f50" /><Relationship Type="http://schemas.openxmlformats.org/officeDocument/2006/relationships/notesMaster" Target="/ppt/notesMasters/notesMaster1.xml" Id="R1e05196892b243b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334959018e44118" /><Relationship Type="http://schemas.openxmlformats.org/officeDocument/2006/relationships/notesMaster" Target="/ppt/notesMasters/notesMaster1.xml" Id="R743e1a46076a403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2b6bc41ce51467f" /><Relationship Type="http://schemas.openxmlformats.org/officeDocument/2006/relationships/notesMaster" Target="/ppt/notesMasters/notesMaster1.xml" Id="R354bae67c240463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b86fe9ecc4f408d" /><Relationship Type="http://schemas.openxmlformats.org/officeDocument/2006/relationships/notesMaster" Target="/ppt/notesMasters/notesMaster1.xml" Id="R588dc7ef7fd74fb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8d9b50ab66d4ccf" /><Relationship Type="http://schemas.openxmlformats.org/officeDocument/2006/relationships/notesMaster" Target="/ppt/notesMasters/notesMaster1.xml" Id="R65c505f3822b408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fa3dc28d0d748ca" /><Relationship Type="http://schemas.openxmlformats.org/officeDocument/2006/relationships/notesMaster" Target="/ppt/notesMasters/notesMaster1.xml" Id="R7366ed3b146c45e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242e89a85204700" /><Relationship Type="http://schemas.openxmlformats.org/officeDocument/2006/relationships/notesMaster" Target="/ppt/notesMasters/notesMaster1.xml" Id="R38fbca949297470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dc9c333207548a6" /><Relationship Type="http://schemas.openxmlformats.org/officeDocument/2006/relationships/notesMaster" Target="/ppt/notesMasters/notesMaster1.xml" Id="R870938f07b9f45d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c23257acefd4cba" /><Relationship Type="http://schemas.openxmlformats.org/officeDocument/2006/relationships/notesMaster" Target="/ppt/notesMasters/notesMaster1.xml" Id="Rfecd69988a33424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4fd530426334180" /><Relationship Type="http://schemas.openxmlformats.org/officeDocument/2006/relationships/notesMaster" Target="/ppt/notesMasters/notesMaster1.xml" Id="Ra2e45e7e33c1449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ef920b5499145c5" /><Relationship Type="http://schemas.openxmlformats.org/officeDocument/2006/relationships/notesMaster" Target="/ppt/notesMasters/notesMaster1.xml" Id="R3861bba34a3f422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fa8500ab32c46fa" /><Relationship Type="http://schemas.openxmlformats.org/officeDocument/2006/relationships/notesMaster" Target="/ppt/notesMasters/notesMaster1.xml" Id="R5de45316e6374ae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b6b01c3b1b341ee" /><Relationship Type="http://schemas.openxmlformats.org/officeDocument/2006/relationships/notesMaster" Target="/ppt/notesMasters/notesMaster1.xml" Id="R6b254cef30a2446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166f1c80f6e4509" /><Relationship Type="http://schemas.openxmlformats.org/officeDocument/2006/relationships/notesMaster" Target="/ppt/notesMasters/notesMaster1.xml" Id="Re175e9614c714d3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054c25e230b4ee7" /><Relationship Type="http://schemas.openxmlformats.org/officeDocument/2006/relationships/notesMaster" Target="/ppt/notesMasters/notesMaster1.xml" Id="Rfade73f60e9e4e7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e04a3e7b0f54034" /><Relationship Type="http://schemas.openxmlformats.org/officeDocument/2006/relationships/notesMaster" Target="/ppt/notesMasters/notesMaster1.xml" Id="R5c64bdb9ff80455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a6e5a2ef044248ca" /><Relationship Type="http://schemas.openxmlformats.org/officeDocument/2006/relationships/notesMaster" Target="/ppt/notesMasters/notesMaster1.xml" Id="R459aaf43bae9431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1a51e8e6f004b9b" /><Relationship Type="http://schemas.openxmlformats.org/officeDocument/2006/relationships/notesMaster" Target="/ppt/notesMasters/notesMaster1.xml" Id="Rc5904f7f14d040e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2f8baad5e5346ae" /><Relationship Type="http://schemas.openxmlformats.org/officeDocument/2006/relationships/notesMaster" Target="/ppt/notesMasters/notesMaster1.xml" Id="R400859b6a072437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26ed6e8dced4bd0" /><Relationship Type="http://schemas.openxmlformats.org/officeDocument/2006/relationships/notesMaster" Target="/ppt/notesMasters/notesMaster1.xml" Id="R0e599c57070b491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971457af5ee4e5a" /><Relationship Type="http://schemas.openxmlformats.org/officeDocument/2006/relationships/notesMaster" Target="/ppt/notesMasters/notesMaster1.xml" Id="R8ae4e0a366f6494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1f8b5e55cc14966" /><Relationship Type="http://schemas.openxmlformats.org/officeDocument/2006/relationships/notesMaster" Target="/ppt/notesMasters/notesMaster1.xml" Id="R34313327656846d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b3aab923131e48e5" /><Relationship Type="http://schemas.openxmlformats.org/officeDocument/2006/relationships/notesMaster" Target="/ppt/notesMasters/notesMaster1.xml" Id="R77b9d302372046a4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566a24cc6c7429f" /><Relationship Type="http://schemas.openxmlformats.org/officeDocument/2006/relationships/notesMaster" Target="/ppt/notesMasters/notesMaster1.xml" Id="R060c1fc377524b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LEADERS MEETING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 IC 트레이닝 가이드</a:t>
            </a:r>
          </a:p>
          <a:p xmlns:a="http://schemas.openxmlformats.org/drawingml/2006/main">
            <a:r>
              <a:t>신입을 '나가면 반드시 세일즈하는' 사람으로 키우는 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 만들라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피드백 전에 관찰하라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CONTENTS</a:t>
            </a:r>
          </a:p>
          <a:p xmlns:a="http://schemas.openxmlformats.org/drawingml/2006/main">
            <a:r>
              <a:t>목 차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트레이닝의 두 가지 철학</a:t>
            </a:r>
          </a:p>
          <a:p xmlns:a="http://schemas.openxmlformats.org/drawingml/2006/main">
            <a:r>
              <a:t>먼저 배우고 싶게 만들라 · 관찰 후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쇼잉(Showing) · 스탠다드 적용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첫 3일의 설계 (Day 1–3)</a:t>
            </a:r>
          </a:p>
          <a:p xmlns:a="http://schemas.openxmlformats.org/drawingml/2006/main">
            <a:r>
              <a:t>경험 → 학습 →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스킬 트레이닝 &amp; 맞춤 피드백</a:t>
            </a:r>
          </a:p>
          <a:p xmlns:a="http://schemas.openxmlformats.org/drawingml/2006/main">
            <a:r>
              <a:t>5 Step · 피드백 타이밍 · 피드백 모델 3가지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리더힛 · 로드트립 · Self 적응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핵심 역할 &amp; 결과 판단</a:t>
            </a:r>
          </a:p>
          <a:p xmlns:a="http://schemas.openxmlformats.org/drawingml/2006/main">
            <a:r>
              <a:t>성취·인정 · Stay / Qualifying</a:t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사람이 다르면, 트레이닝도 달라야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필드에 나가기 전에, '이 사람이 어떤 사람인가'를 먼저 파악해야 한다. 관찰은 첫 만남이 아니라 그 이전부터 시작된다.</a:t>
            </a:r>
          </a:p>
          <a:p xmlns:a="http://schemas.openxmlformats.org/drawingml/2006/main">
            <a:r>
              <a:t>필드 전, 이렇게 준비한다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이력서를 꼼꼼히 읽자</a:t>
            </a:r>
          </a:p>
          <a:p xmlns:a="http://schemas.openxmlformats.org/drawingml/2006/main">
            <a:r>
              <a:t>경력·이전 직무·성향의 단서를 미리 읽는다. 어디서 일했고 무엇을 잘했는지가 트레이닝의 출발점이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주변에 피드백을 요청하자</a:t>
            </a:r>
          </a:p>
          <a:p xmlns:a="http://schemas.openxmlformats.org/drawingml/2006/main">
            <a:r>
              <a:t>오너·클라이언트·교육자에게 '어떤 사람이었는지' 묻는다. 다양한 시선이 모이면 한 사람의 윤곽이 또렷해진다.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트레이닝을 미리 설계하자</a:t>
            </a:r>
          </a:p>
          <a:p xmlns:a="http://schemas.openxmlformats.org/drawingml/2006/main">
            <a:r>
              <a:t>필드에서 무엇을, 어떻게 가르칠지 사전에 고민한다. 준비된 관찰이 첫날의 시행착오를 줄인다.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7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03</a:t>
            </a:r>
          </a:p>
          <a:p xmlns:a="http://schemas.openxmlformats.org/drawingml/2006/main">
            <a:r>
              <a:t>신입에게 답이 있다</a:t>
            </a:r>
          </a:p>
          <a:p xmlns:a="http://schemas.openxmlformats.org/drawingml/2006/main">
            <a:r>
              <a:t>현장의 어려움은 현장에서 답을 찾는 것이 가장 좋다. 트레이닝도 마찬가지 — 신입에게 답이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</a:t>
            </a:r>
          </a:p>
          <a:p xmlns:a="http://schemas.openxmlformats.org/drawingml/2006/main">
            <a:r>
              <a:t>어려워하는 부분 포착하기</a:t>
            </a:r>
          </a:p>
          <a:p xmlns:a="http://schemas.openxmlformats.org/drawingml/2006/main">
            <a:r>
              <a:t>신입이 이해 못 하거나 머뭇거리는 순간을 놓치지 않는다.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2</a:t>
            </a:r>
          </a:p>
          <a:p xmlns:a="http://schemas.openxmlformats.org/drawingml/2006/main">
            <a:r>
              <a:t>부드럽게 먼저 묻기</a:t>
            </a:r>
          </a:p>
          <a:p xmlns:a="http://schemas.openxmlformats.org/drawingml/2006/main">
            <a:r>
              <a:t>"왜 그 부분이 어렵고 이해가 안 되는지" 신입의 입으로 듣기 위해 질문해보자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3</a:t>
            </a:r>
          </a:p>
          <a:p xmlns:a="http://schemas.openxmlformats.org/drawingml/2006/main">
            <a:r>
              <a:t>솔직하게 피드백하기</a:t>
            </a:r>
          </a:p>
          <a:p xmlns:a="http://schemas.openxmlformats.org/drawingml/2006/main">
            <a:r>
              <a:t>들은 내용을 바탕으로 솔직하게, </a:t>
            </a:r>
          </a:p>
          <a:p xmlns:a="http://schemas.openxmlformats.org/drawingml/2006/main">
            <a:r>
              <a:t>함께 답을 찾아가는 시간을 갖는다.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8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개인별 맞춤 피드백</a:t>
            </a:r>
          </a:p>
          <a:p xmlns:a="http://schemas.openxmlformats.org/drawingml/2006/main">
            <a:r>
              <a:t>관찰로 약점을 진단한 뒤, 그 사람에게 맞는 처방을 내린다. — 관찰이 먼저, 피드백은 그 다음.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리액션이 약하다</a:t>
            </a:r>
          </a:p>
          <a:p xmlns:a="http://schemas.openxmlformats.org/drawingml/2006/main">
            <a:r>
              <a:t>리액션 강화</a:t>
            </a:r>
          </a:p>
          <a:p xmlns:a="http://schemas.openxmlformats.org/drawingml/2006/main">
            <a:r>
              <a:t>표정·제스처 훈련</a:t>
            </a:r>
          </a:p>
          <a:p xmlns:a="http://schemas.openxmlformats.org/drawingml/2006/main">
            <a:r>
              <a:t>고객 반응에 즉각 대응</a:t>
            </a:r>
          </a:p>
          <a:p xmlns:a="http://schemas.openxmlformats.org/drawingml/2006/main">
            <a:r>
              <a:t>임펄스·바디랭귀지</a:t>
            </a:r>
          </a:p>
          <a:p xmlns:a="http://schemas.openxmlformats.org/drawingml/2006/main">
            <a:r>
              <a:t>롤플레이 반복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부스 연결이 약하다</a:t>
            </a:r>
          </a:p>
          <a:p xmlns:a="http://schemas.openxmlformats.org/drawingml/2006/main">
            <a:r>
              <a:t>스트릿 스킬</a:t>
            </a:r>
          </a:p>
          <a:p xmlns:a="http://schemas.openxmlformats.org/drawingml/2006/main">
            <a:r>
              <a:t>접근 방법 다양화</a:t>
            </a:r>
          </a:p>
          <a:p xmlns:a="http://schemas.openxmlformats.org/drawingml/2006/main">
            <a:r>
              <a:t>첫인상 개선 훈련</a:t>
            </a:r>
          </a:p>
          <a:p xmlns:a="http://schemas.openxmlformats.org/drawingml/2006/main">
            <a:r>
              <a:t>거절 극복 기술</a:t>
            </a:r>
          </a:p>
          <a:p xmlns:a="http://schemas.openxmlformats.org/drawingml/2006/main">
            <a:r>
              <a:t>고객 유형별 접근법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클로징이 약하다</a:t>
            </a:r>
          </a:p>
          <a:p xmlns:a="http://schemas.openxmlformats.org/drawingml/2006/main">
            <a:r>
              <a:t>클로징 강화</a:t>
            </a:r>
          </a:p>
          <a:p xmlns:a="http://schemas.openxmlformats.org/drawingml/2006/main">
            <a:r>
              <a:t>TAAIS 집중 훈련</a:t>
            </a:r>
          </a:p>
          <a:p xmlns:a="http://schemas.openxmlformats.org/drawingml/2006/main">
            <a:r>
              <a:t>Buying sign 포착</a:t>
            </a:r>
          </a:p>
          <a:p xmlns:a="http://schemas.openxmlformats.org/drawingml/2006/main">
            <a:r>
              <a:t>침묵·대안 제시 기술</a:t>
            </a:r>
          </a:p>
          <a:p xmlns:a="http://schemas.openxmlformats.org/drawingml/2006/main">
            <a:r>
              <a:t>클로징 타이밍 습득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이미 잘한다</a:t>
            </a:r>
          </a:p>
          <a:p xmlns:a="http://schemas.openxmlformats.org/drawingml/2006/main">
            <a:r>
              <a:t>목표 상향</a:t>
            </a:r>
          </a:p>
          <a:p xmlns:a="http://schemas.openxmlformats.org/drawingml/2006/main">
            <a:r>
              <a:t>더 높은 목표 제시</a:t>
            </a:r>
          </a:p>
          <a:p xmlns:a="http://schemas.openxmlformats.org/drawingml/2006/main">
            <a:r>
              <a:t>자기주도 성장 유도</a:t>
            </a:r>
          </a:p>
          <a:p xmlns:a="http://schemas.openxmlformats.org/drawingml/2006/main">
            <a:r>
              <a:t>리더십·멘토링 기회</a:t>
            </a:r>
          </a:p>
          <a:p xmlns:a="http://schemas.openxmlformats.org/drawingml/2006/main">
            <a:r>
              <a:t>장기 커리어 설계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14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HOW</a:t>
            </a:r>
          </a:p>
          <a:p xmlns:a="http://schemas.openxmlformats.org/drawingml/2006/main">
            <a:r>
              <a:t>필드 중, 어떻게 끌어가는가</a:t>
            </a:r>
          </a:p>
          <a:p xmlns:a="http://schemas.openxmlformats.org/drawingml/2006/main">
            <a:r>
              <a:t>필드 안에서 실시간으로 관찰하고, 보여주고, 케어한다.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 대상 파악</a:t>
            </a:r>
          </a:p>
          <a:p xmlns:a="http://schemas.openxmlformats.org/drawingml/2006/main">
            <a:r>
              <a:t>어떤 유형인지,</a:t>
            </a:r>
          </a:p>
          <a:p xmlns:a="http://schemas.openxmlformats.org/drawingml/2006/main">
            <a:r>
              <a:t>어느 정도의 이해도인지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집중·계속 시도</a:t>
            </a:r>
          </a:p>
          <a:p xmlns:a="http://schemas.openxmlformats.org/drawingml/2006/main">
            <a:r>
              <a:t>계속되는 시도를 통해</a:t>
            </a:r>
          </a:p>
          <a:p xmlns:a="http://schemas.openxmlformats.org/drawingml/2006/main">
            <a:r>
              <a:t>객관적 데이터를 쌓게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상황에 맞는 피드백·점검</a:t>
            </a:r>
          </a:p>
          <a:p xmlns:a="http://schemas.openxmlformats.org/drawingml/2006/main">
            <a:r>
              <a:t>칭찬과 즉시 CS·넘버 피드백.</a:t>
            </a:r>
          </a:p>
          <a:p xmlns:a="http://schemas.openxmlformats.org/drawingml/2006/main">
            <a:r>
              <a:t>2시간마다 콜백싯을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보여주기 (Showing)</a:t>
            </a:r>
          </a:p>
          <a:p xmlns:a="http://schemas.openxmlformats.org/drawingml/2006/main">
            <a:r>
              <a:t>Showing Is The Best.</a:t>
            </a:r>
          </a:p>
          <a:p xmlns:a="http://schemas.openxmlformats.org/drawingml/2006/main">
            <a:r>
              <a:t>쉽고 빠른 벨로 직접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네거티브 파악</a:t>
            </a:r>
          </a:p>
          <a:p xmlns:a="http://schemas.openxmlformats.org/drawingml/2006/main">
            <a:r>
              <a:t>빠른 네거티브 파악과 해결,</a:t>
            </a:r>
          </a:p>
          <a:p xmlns:a="http://schemas.openxmlformats.org/drawingml/2006/main">
            <a:r>
              <a:t>그리고 멘탈 케어.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좋은 소식 공유</a:t>
            </a:r>
          </a:p>
          <a:p xmlns:a="http://schemas.openxmlformats.org/drawingml/2006/main">
            <a:r>
              <a:t>시민의 응원의 말,</a:t>
            </a:r>
          </a:p>
          <a:p xmlns:a="http://schemas.openxmlformats.org/drawingml/2006/main">
            <a:r>
              <a:t>후원자가 남긴 후원 사유를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16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트레이너도 콜백싯을 쓴다</a:t>
            </a:r>
          </a:p>
          <a:p xmlns:a="http://schemas.openxmlformats.org/drawingml/2006/main">
            <a:r>
              <a:t>신입이 필드 콜백싯으로 하루를 점검하듯, 트레이너는 같은 3축으로 '내가 신입을 위해 무엇을 챙겼는가'를 매일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Number</a:t>
            </a:r>
          </a:p>
          <a:p xmlns:a="http://schemas.openxmlformats.org/drawingml/2006/main">
            <a:r>
              <a:t>넘버를 쌓게 했는가</a:t>
            </a:r>
          </a:p>
          <a:p xmlns:a="http://schemas.openxmlformats.org/drawingml/2006/main">
            <a:r>
              <a:t>넘버를 쌓을 수 있는 사이트를 준비했는가</a:t>
            </a:r>
          </a:p>
          <a:p xmlns:a="http://schemas.openxmlformats.org/drawingml/2006/main">
            <a:r>
              <a:t>시도하도록 만드는 피드백을 했는가</a:t>
            </a:r>
          </a:p>
          <a:p xmlns:a="http://schemas.openxmlformats.org/drawingml/2006/main">
            <a:r>
              <a:t>거절 없는 시도 횟수를 끌어냈는가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Pitch · Skill</a:t>
            </a:r>
          </a:p>
          <a:p xmlns:a="http://schemas.openxmlformats.org/drawingml/2006/main">
            <a:r>
              <a:t>스킬을 보강했는가</a:t>
            </a:r>
          </a:p>
          <a:p xmlns:a="http://schemas.openxmlformats.org/drawingml/2006/main">
            <a:r>
              <a:t>약한 부분을 필드에서 바로 교육했는가</a:t>
            </a:r>
          </a:p>
          <a:p xmlns:a="http://schemas.openxmlformats.org/drawingml/2006/main">
            <a:r>
              <a:t>어떤 스킬이든 보강하도록 도왔는가</a:t>
            </a:r>
          </a:p>
          <a:p xmlns:a="http://schemas.openxmlformats.org/drawingml/2006/main">
            <a:r>
              <a:t>내일 바로 쓸 수 있게 알려줬는가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Attitude · Mental</a:t>
            </a:r>
          </a:p>
          <a:p xmlns:a="http://schemas.openxmlformats.org/drawingml/2006/main">
            <a:r>
              <a:t>멘탈을 지켜줬는가</a:t>
            </a:r>
          </a:p>
          <a:p xmlns:a="http://schemas.openxmlformats.org/drawingml/2006/main">
            <a:r>
              <a:t>불안·두려움 요소를 제거했는가</a:t>
            </a:r>
          </a:p>
          <a:p xmlns:a="http://schemas.openxmlformats.org/drawingml/2006/main">
            <a:r>
              <a:t>필드에 방해되는 마음을 케어했는가</a:t>
            </a:r>
          </a:p>
          <a:p xmlns:a="http://schemas.openxmlformats.org/drawingml/2006/main">
            <a:r>
              <a:t>필드에 온전히 집중하게 해줬는가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반복</a:t>
            </a:r>
          </a:p>
          <a:p xmlns:a="http://schemas.openxmlformats.org/drawingml/2006/main">
            <a:r>
              <a:t>이 세 가지를 매일 점검하면, 트레이닝이 성장한다.  신입의 콜백싯이 신입을 키우듯, 트레이너의 콜백싯이 트레이너를 키운다.</a:t>
            </a:r>
          </a:p>
          <a:p xmlns:a="http://schemas.openxmlformats.org/drawingml/2006/main">
            <a:r>
              <a:t>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20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트레이너의 3가지 핵심 역할</a:t>
            </a:r>
          </a:p>
          <a:p xmlns:a="http://schemas.openxmlformats.org/drawingml/2006/main">
            <a:r>
              <a:t>신입이 '자발적으로' 성장하는 환경을 만드는 세 개의 레버.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성취감 제공</a:t>
            </a:r>
          </a:p>
          <a:p xmlns:a="http://schemas.openxmlformats.org/drawingml/2006/main">
            <a:r>
              <a:t>'내가 직접 해냈다'를 느끼게 한다.</a:t>
            </a:r>
          </a:p>
          <a:p xmlns:a="http://schemas.openxmlformats.org/drawingml/2006/main">
            <a:r>
              <a:t>두려워하면 돕고, 아니면 혼자 하게.</a:t>
            </a:r>
          </a:p>
          <a:p xmlns:a="http://schemas.openxmlformats.org/drawingml/2006/main">
            <a:r>
              <a:t>두려움 수준 파악이 판단 기준.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두려움 제거</a:t>
            </a:r>
          </a:p>
          <a:p xmlns:a="http://schemas.openxmlformats.org/drawingml/2006/main">
            <a:r>
              <a:t>초기엔 충분한 서포트를 제공.</a:t>
            </a:r>
          </a:p>
          <a:p xmlns:a="http://schemas.openxmlformats.org/drawingml/2006/main">
            <a:r>
              <a:t>점진적으로 독립성을 부여.</a:t>
            </a:r>
          </a:p>
          <a:p xmlns:a="http://schemas.openxmlformats.org/drawingml/2006/main">
            <a:r>
              <a:t>안전한 환경에서 도전하게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인정과 칭찬</a:t>
            </a:r>
          </a:p>
          <a:p xmlns:a="http://schemas.openxmlformats.org/drawingml/2006/main">
            <a:r>
              <a:t>인정·칭찬을 아끼지 않는다.</a:t>
            </a:r>
          </a:p>
          <a:p xmlns:a="http://schemas.openxmlformats.org/drawingml/2006/main">
            <a:r>
              <a:t>사람은 인정받을 때 주도적이 된다.</a:t>
            </a:r>
          </a:p>
          <a:p xmlns:a="http://schemas.openxmlformats.org/drawingml/2006/main">
            <a:r>
              <a:t>혼냄은 효과 없음 — 스스로 깨닫게.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22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캔슬 관리 &amp; 그로스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캔슬은 '그로스(Gross)'에만 집중하는 것이 옳은 방향. 캔슬에 대한 두려움은 오히려 세일즈에 대한 확신을 떨어뜨린다.</a:t>
            </a:r>
          </a:p>
          <a:p xmlns:a="http://schemas.openxmlformats.org/drawingml/2006/main">
            <a:r>
              <a:t>다만 리젝은 자연스러운 것 + 수치(20-30%)만큼 발생할 수 있다는 심리적 준비가 되도록 건강한 매니징 필요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매니지먼트 영역</a:t>
            </a:r>
          </a:p>
          <a:p xmlns:a="http://schemas.openxmlformats.org/drawingml/2006/main">
            <a:r>
              <a:t>캔슬은 지점 차원에서 관리. IC 개인이 과도하게 신경 쓸 부분이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BEP 대비 타겟 조정</a:t>
            </a:r>
          </a:p>
          <a:p xmlns:a="http://schemas.openxmlformats.org/drawingml/2006/main">
            <a:r>
              <a:t>손익분기점(BEP) 대비 세일즈 타겟을 분명히. 최종 + 수익이 얼마인가가 중요.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그로스(Gross) 집중</a:t>
            </a:r>
          </a:p>
          <a:p xmlns:a="http://schemas.openxmlformats.org/drawingml/2006/main">
            <a:r>
              <a:t>캔슬을 두려워하면 세일즈 Drop으로 이어진다. 총매출에만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하이롤러 리젝 대응</a:t>
            </a:r>
          </a:p>
          <a:p xmlns:a="http://schemas.openxmlformats.org/drawingml/2006/main">
            <a:r>
              <a:t>하이롤러는 1일 1건 리젝 리스크. 사전 프리엠티브가 핵심 </a:t>
            </a:r>
          </a:p>
          <a:p xmlns:a="http://schemas.openxmlformats.org/drawingml/2006/main">
            <a:r>
              <a:t>(주 10세일즈+).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매슬로우 5단계 욕구</a:t>
            </a:r>
          </a:p>
          <a:p xmlns:a="http://schemas.openxmlformats.org/drawingml/2006/main">
            <a:r>
              <a:t>사람은 아래 욕구가 채워지면 더 높은 욕구를 향한다. 트레이너는 신입을 단계마다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자아실현  Self-Actualization</a:t>
            </a:r>
          </a:p>
          <a:p xmlns:a="http://schemas.openxmlformats.org/drawingml/2006/main">
            <a:r>
              <a:t>더 큰 목표·성장. 스스로 리더로 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존중  Esteem</a:t>
            </a:r>
          </a:p>
          <a:p xmlns:a="http://schemas.openxmlformats.org/drawingml/2006/main">
            <a:r>
              <a:t>인정과 칭찬. 성취를 알아준다.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소속·애정  Love &amp; Belonging</a:t>
            </a:r>
          </a:p>
          <a:p xmlns:a="http://schemas.openxmlformats.org/drawingml/2006/main">
            <a:r>
              <a:t>팀의 일원이라는 소속감을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안전  Safety</a:t>
            </a:r>
          </a:p>
          <a:p xmlns:a="http://schemas.openxmlformats.org/drawingml/2006/main">
            <a:r>
              <a:t>두려움 제거. 안전한 환경에서 도전.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생리적 욕구  Physiological</a:t>
            </a:r>
          </a:p>
          <a:p xmlns:a="http://schemas.openxmlformats.org/drawingml/2006/main">
            <a:r>
              <a:t>기본 생계·수입. 가장 먼저 채워질 토대.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24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ONE-PAGE GUIDE</a:t>
            </a:r>
          </a:p>
          <a:p xmlns:a="http://schemas.openxmlformats.org/drawingml/2006/main">
            <a:r>
              <a:t>신입 트레이닝 1–3일, 한 장 요약</a:t>
            </a:r>
          </a:p>
          <a:p xmlns:a="http://schemas.openxmlformats.org/drawingml/2006/main">
            <a:r>
              <a:t>나가면 반드시 세일즈하는 신입으로</a:t>
            </a:r>
          </a:p>
          <a:p xmlns:a="http://schemas.openxmlformats.org/drawingml/2006/main">
            <a:r>
              <a:t>DAY별 필수 액션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경험</a:t>
            </a:r>
          </a:p>
          <a:p xmlns:a="http://schemas.openxmlformats.org/drawingml/2006/main">
            <a:r>
              <a:t>2시간 뛰게 한 뒤 반응·태도 관찰</a:t>
            </a:r>
          </a:p>
          <a:p xmlns:a="http://schemas.openxmlformats.org/drawingml/2006/main">
            <a:r>
              <a:t>트레이너가 직접 쇼잉</a:t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제로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학습</a:t>
            </a:r>
          </a:p>
          <a:p xmlns:a="http://schemas.openxmlformats.org/drawingml/2006/main">
            <a:r>
              <a:t>첫 세일즈 1개 함께 달성(필수)</a:t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첫날 대비 개선점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판단</a:t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3일 성과 패턴으로 판단</a:t>
            </a:r>
          </a:p>
          <a:p xmlns:a="http://schemas.openxmlformats.org/drawingml/2006/main">
            <a:r>
              <a:t>Stay / Qualifying 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가져야 할 태도</a:t>
            </a:r>
          </a:p>
          <a:p xmlns:a="http://schemas.openxmlformats.org/drawingml/2006/main">
            <a:r>
              <a:t>성취감 제공 · 인정과 칭찬</a:t>
            </a:r>
          </a:p>
          <a:p xmlns:a="http://schemas.openxmlformats.org/drawingml/2006/main">
            <a:r>
              <a:t>혼냄보다 스스로 깨닫게 (앞서지 않기)</a:t>
            </a:r>
          </a:p>
          <a:p xmlns:a="http://schemas.openxmlformats.org/drawingml/2006/main">
            <a:r>
              <a:t>불안·두려움을 케어해 필드에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갖춰야 할 스킬</a:t>
            </a:r>
          </a:p>
          <a:p xmlns:a="http://schemas.openxmlformats.org/drawingml/2006/main">
            <a:r>
              <a:t>5 Step : Intro·Short Story·Presentation·Closing·Rehash</a:t>
            </a:r>
          </a:p>
          <a:p xmlns:a="http://schemas.openxmlformats.org/drawingml/2006/main">
            <a:r>
              <a:t>TAAIS 클로징 · 쿠션 멘트</a:t>
            </a:r>
          </a:p>
          <a:p xmlns:a="http://schemas.openxmlformats.org/drawingml/2006/main">
            <a:r>
              <a:t>약점별 보강 : 리액션·스트릿·클로징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점검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사이트를 준비해 넘버를 쌓게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약한 스킬을 필드에서 바로 보강했는가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두려움을 제거해 집중하게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신입의 콜백싯을 함께 점검했는가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28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Presence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</a:t>
            </a:r>
          </a:p>
          <a:p xmlns:a="http://schemas.openxmlformats.org/drawingml/2006/main">
            <a:r>
              <a:t>후원의 기쁨과 가치를 전할 수 있는 곳이라면 어디든 가는 사람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>☎  Tel : 010-5178-1713        ✉  e-mail : jaeyoung5178@naver.com</a:t>
            </a:r>
          </a:p>
          <a:p xmlns:a="http://schemas.openxmlformats.org/drawingml/2006/main">
            <a:r>
              <a:t>기타 궁금하거나 질문이 있으시면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1ff64ad1a74c4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06b5c6c9de45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d494d82a0044b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81b823a04f42f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f0ed0e17f644a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cfef5df15945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546FB3-ABDC-4C59-92B1-9DF4EA0A38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077302F-95C6-4422-812A-8A3EEF8123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6DE31F2-2A97-4496-8DFC-79F2684DAD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D500D3-E2E1-4EBD-A2A0-AFD22B04BB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977623F-3D18-4765-BC9A-ADD14FDD36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159B3E0-A538-47B5-831A-DD5FAC9762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55F52E1-D0DB-443B-A0F3-82F4687B6E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355EBCA-8B07-4BAB-95C9-608C33CE34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A868E5B-0810-4BAA-9DD0-EC8F16A636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6CC5DD1-B546-405C-B010-D0B703139D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04cf373dcf4ace" /><Relationship Type="http://schemas.openxmlformats.org/officeDocument/2006/relationships/slideLayout" Target="/ppt/slideLayouts/slideLayout1.xml" Id="R95d732ccb7e44f9f" /><Relationship Type="http://schemas.openxmlformats.org/officeDocument/2006/relationships/slideLayout" Target="/ppt/slideLayouts/slideLayout2.xml" Id="R790dfeb2ad824b26" /><Relationship Type="http://schemas.openxmlformats.org/officeDocument/2006/relationships/slideLayout" Target="/ppt/slideLayouts/slideLayout3.xml" Id="R693658f7d19447ed" /><Relationship Type="http://schemas.openxmlformats.org/officeDocument/2006/relationships/slideLayout" Target="/ppt/slideLayouts/slideLayout4.xml" Id="Rdcad397956ee4f62" /><Relationship Type="http://schemas.openxmlformats.org/officeDocument/2006/relationships/slideLayout" Target="/ppt/slideLayouts/slideLayout5.xml" Id="Rb8a3d3a0c34b4ba4" /><Relationship Type="http://schemas.openxmlformats.org/officeDocument/2006/relationships/slideLayout" Target="/ppt/slideLayouts/slideLayout6.xml" Id="R6d4f2ee1d81c4e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d732ccb7e44f9f"/>
    <p:sldLayoutId xmlns:r="http://schemas.openxmlformats.org/officeDocument/2006/relationships" id="2147483650" r:id="R790dfeb2ad824b26"/>
    <p:sldLayoutId xmlns:r="http://schemas.openxmlformats.org/officeDocument/2006/relationships" id="2147483651" r:id="R693658f7d19447ed"/>
    <p:sldLayoutId xmlns:r="http://schemas.openxmlformats.org/officeDocument/2006/relationships" id="2147483652" r:id="Rdcad397956ee4f62"/>
    <p:sldLayoutId xmlns:r="http://schemas.openxmlformats.org/officeDocument/2006/relationships" id="2147483653" r:id="Rb8a3d3a0c34b4ba4"/>
    <p:sldLayoutId xmlns:r="http://schemas.openxmlformats.org/officeDocument/2006/relationships" id="2147483654" r:id="R6d4f2ee1d81c4e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3d3981ba8b4749" /><Relationship Type="http://schemas.openxmlformats.org/officeDocument/2006/relationships/image" Target="/ppt/media/image.jpeg" Id="R3a94d769309e4a80" /><Relationship Type="http://schemas.openxmlformats.org/officeDocument/2006/relationships/notesSlide" Target="/ppt/notesSlides/notesSlide1.xml" Id="R8981cd129d4d41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7ef3e176db4186" /><Relationship Type="http://schemas.openxmlformats.org/officeDocument/2006/relationships/notesSlide" Target="/ppt/notesSlides/notesSlide2.xml" Id="Rcd9c980d9aee4f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ffe438a798463b" /><Relationship Type="http://schemas.openxmlformats.org/officeDocument/2006/relationships/notesSlide" Target="/ppt/notesSlides/notesSlide3.xml" Id="R91bbf6255b374e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171cfa76e14ab5" /><Relationship Type="http://schemas.openxmlformats.org/officeDocument/2006/relationships/image" Target="/ppt/media/image2.jpeg" Id="R369e362174c2499b" /><Relationship Type="http://schemas.openxmlformats.org/officeDocument/2006/relationships/notesSlide" Target="/ppt/notesSlides/notesSlide4.xml" Id="R09a9741e914949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93843161744bcf" /><Relationship Type="http://schemas.openxmlformats.org/officeDocument/2006/relationships/notesSlide" Target="/ppt/notesSlides/notesSlide5.xml" Id="R70fddd6975ab4c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745151027844bc" /><Relationship Type="http://schemas.openxmlformats.org/officeDocument/2006/relationships/image" Target="/ppt/media/image3.jpeg" Id="R6ec366a1c1b94b34" /><Relationship Type="http://schemas.openxmlformats.org/officeDocument/2006/relationships/notesSlide" Target="/ppt/notesSlides/notesSlide6.xml" Id="Ra83b457d491e4b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157b5273db4e55" /><Relationship Type="http://schemas.openxmlformats.org/officeDocument/2006/relationships/image" Target="/ppt/media/image.png" Id="R0b4aca8936304d96" /><Relationship Type="http://schemas.openxmlformats.org/officeDocument/2006/relationships/image" Target="/ppt/media/image2.png" Id="Rda112becbc044497" /><Relationship Type="http://schemas.openxmlformats.org/officeDocument/2006/relationships/image" Target="/ppt/media/image3.png" Id="R4f0f52beaf954824" /><Relationship Type="http://schemas.openxmlformats.org/officeDocument/2006/relationships/notesSlide" Target="/ppt/notesSlides/notesSlide7.xml" Id="Re248b0e42e034e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6cfcd213d44ac7" /><Relationship Type="http://schemas.openxmlformats.org/officeDocument/2006/relationships/image" Target="/ppt/media/image4.jpeg" Id="Rcd89138b29454649" /><Relationship Type="http://schemas.openxmlformats.org/officeDocument/2006/relationships/notesSlide" Target="/ppt/notesSlides/notesSlide8.xml" Id="Rf486ef652cb74c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e41695dba04162" /><Relationship Type="http://schemas.openxmlformats.org/officeDocument/2006/relationships/image" Target="/ppt/media/image4.png" Id="Rd2466313e7eb4c42" /><Relationship Type="http://schemas.openxmlformats.org/officeDocument/2006/relationships/image" Target="/ppt/media/image5.png" Id="Rd455786b0ebf4287" /><Relationship Type="http://schemas.openxmlformats.org/officeDocument/2006/relationships/image" Target="/ppt/media/image6.png" Id="R7e4f8496b3cb4950" /><Relationship Type="http://schemas.openxmlformats.org/officeDocument/2006/relationships/image" Target="/ppt/media/image7.png" Id="Rc53e0482c1d0489f" /><Relationship Type="http://schemas.openxmlformats.org/officeDocument/2006/relationships/notesSlide" Target="/ppt/notesSlides/notesSlide9.xml" Id="Rffc9be53b0ca49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7119c3e2c45b3" /><Relationship Type="http://schemas.openxmlformats.org/officeDocument/2006/relationships/notesSlide" Target="/ppt/notesSlides/notesSlide10.xml" Id="R8a88bb61f03c49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8de4e4721d4e05" /><Relationship Type="http://schemas.openxmlformats.org/officeDocument/2006/relationships/notesSlide" Target="/ppt/notesSlides/notesSlide11.xml" Id="Rca84200a37314a1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00792748054011" /><Relationship Type="http://schemas.openxmlformats.org/officeDocument/2006/relationships/image" Target="/ppt/media/image5.jpeg" Id="R7a04364b95734f46" /><Relationship Type="http://schemas.openxmlformats.org/officeDocument/2006/relationships/notesSlide" Target="/ppt/notesSlides/notesSlide12.xml" Id="Rb538e03ae7e24c0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72bd961386408a" /><Relationship Type="http://schemas.openxmlformats.org/officeDocument/2006/relationships/image" Target="/ppt/media/image8.png" Id="Rd2edbe7962ed44e8" /><Relationship Type="http://schemas.openxmlformats.org/officeDocument/2006/relationships/image" Target="/ppt/media/image9.png" Id="Rf2de794792824829" /><Relationship Type="http://schemas.openxmlformats.org/officeDocument/2006/relationships/notesSlide" Target="/ppt/notesSlides/notesSlide13.xml" Id="R8b0ff100cc074b3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bddb7646864ade" /><Relationship Type="http://schemas.openxmlformats.org/officeDocument/2006/relationships/image" Target="/ppt/media/image6.jpeg" Id="R7b2cb0b8e3fd494e" /><Relationship Type="http://schemas.openxmlformats.org/officeDocument/2006/relationships/notesSlide" Target="/ppt/notesSlides/notesSlide14.xml" Id="R1d30043e980248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bca968b0274b83" /><Relationship Type="http://schemas.openxmlformats.org/officeDocument/2006/relationships/image" Target="/ppt/media/image7.jpeg" Id="R85183e548cba48a7" /><Relationship Type="http://schemas.openxmlformats.org/officeDocument/2006/relationships/notesSlide" Target="/ppt/notesSlides/notesSlide15.xml" Id="R861c3a6850344b2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b0e59c05a349b7" /><Relationship Type="http://schemas.openxmlformats.org/officeDocument/2006/relationships/image" Target="/ppt/media/image10.png" Id="R35bd7f32fda84ba1" /><Relationship Type="http://schemas.openxmlformats.org/officeDocument/2006/relationships/image" Target="/ppt/media/image11.png" Id="R746e339af35e48c3" /><Relationship Type="http://schemas.openxmlformats.org/officeDocument/2006/relationships/image" Target="/ppt/media/image12.png" Id="R2b35fc45f16641f8" /><Relationship Type="http://schemas.openxmlformats.org/officeDocument/2006/relationships/image" Target="/ppt/media/image13.png" Id="R46f90061c31e4335" /><Relationship Type="http://schemas.openxmlformats.org/officeDocument/2006/relationships/notesSlide" Target="/ppt/notesSlides/notesSlide16.xml" Id="Rbb029ccbf4724b1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ded891cb944307" /><Relationship Type="http://schemas.openxmlformats.org/officeDocument/2006/relationships/image" Target="/ppt/media/image8.jpeg" Id="R9e4c5cf8f4e34235" /><Relationship Type="http://schemas.openxmlformats.org/officeDocument/2006/relationships/notesSlide" Target="/ppt/notesSlides/notesSlide17.xml" Id="R8c4c348637554f9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51aa0a8269478b" /><Relationship Type="http://schemas.openxmlformats.org/officeDocument/2006/relationships/image" Target="/ppt/media/image14.png" Id="R7b8ba66b064c4dc9" /><Relationship Type="http://schemas.openxmlformats.org/officeDocument/2006/relationships/image" Target="/ppt/media/image15.png" Id="R9700e9cea8584a01" /><Relationship Type="http://schemas.openxmlformats.org/officeDocument/2006/relationships/image" Target="/ppt/media/image16.png" Id="Reac3812af28b49b6" /><Relationship Type="http://schemas.openxmlformats.org/officeDocument/2006/relationships/notesSlide" Target="/ppt/notesSlides/notesSlide18.xml" Id="R2735146f5f8b491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5fe3860b1c426e" /><Relationship Type="http://schemas.openxmlformats.org/officeDocument/2006/relationships/notesSlide" Target="/ppt/notesSlides/notesSlide19.xml" Id="R57e72cd15ab54ff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66f35f250d474b" /><Relationship Type="http://schemas.openxmlformats.org/officeDocument/2006/relationships/image" Target="/ppt/media/image17.png" Id="Rf574259c7a204172" /><Relationship Type="http://schemas.openxmlformats.org/officeDocument/2006/relationships/image" Target="/ppt/media/image18.png" Id="Rdf2e99fbb2394887" /><Relationship Type="http://schemas.openxmlformats.org/officeDocument/2006/relationships/notesSlide" Target="/ppt/notesSlides/notesSlide20.xml" Id="R0addd8fb563c458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431a510db6422c" /><Relationship Type="http://schemas.openxmlformats.org/officeDocument/2006/relationships/notesSlide" Target="/ppt/notesSlides/notesSlide21.xml" Id="R752cebcbdefb480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7d5b79f76145d0" /><Relationship Type="http://schemas.openxmlformats.org/officeDocument/2006/relationships/image" Target="/ppt/media/image19.png" Id="Rc3631f1ac2924087" /><Relationship Type="http://schemas.openxmlformats.org/officeDocument/2006/relationships/image" Target="/ppt/media/image20.png" Id="R2f71929354e342f4" /><Relationship Type="http://schemas.openxmlformats.org/officeDocument/2006/relationships/notesSlide" Target="/ppt/notesSlides/notesSlide22.xml" Id="R710871581f2b4cc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63e02a4f1f4d93" /><Relationship Type="http://schemas.openxmlformats.org/officeDocument/2006/relationships/image" Target="/ppt/media/image21.png" Id="Ra42f02b31b404aa0" /><Relationship Type="http://schemas.openxmlformats.org/officeDocument/2006/relationships/image" Target="/ppt/media/image22.png" Id="R50363e6ebb984de0" /><Relationship Type="http://schemas.openxmlformats.org/officeDocument/2006/relationships/notesSlide" Target="/ppt/notesSlides/notesSlide23.xml" Id="R836392b7de0e4e2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bb100108eb479e" /><Relationship Type="http://schemas.openxmlformats.org/officeDocument/2006/relationships/notesSlide" Target="/ppt/notesSlides/notesSlide24.xml" Id="Rdf4c9820a4f7402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d7f3d84efd4a29" /><Relationship Type="http://schemas.openxmlformats.org/officeDocument/2006/relationships/notesSlide" Target="/ppt/notesSlides/notesSlide25.xml" Id="R09ecf6a0b14045b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6b3a1bdda7452c" /><Relationship Type="http://schemas.openxmlformats.org/officeDocument/2006/relationships/image" Target="/ppt/media/image23.png" Id="R0d83b94bea0f4277" /><Relationship Type="http://schemas.openxmlformats.org/officeDocument/2006/relationships/image" Target="/ppt/media/image24.png" Id="R6308f13322a74759" /><Relationship Type="http://schemas.openxmlformats.org/officeDocument/2006/relationships/image" Target="/ppt/media/image25.png" Id="Rd94fb788b5234990" /><Relationship Type="http://schemas.openxmlformats.org/officeDocument/2006/relationships/image" Target="/ppt/media/image26.png" Id="R00f3db41d40d4cd4" /><Relationship Type="http://schemas.openxmlformats.org/officeDocument/2006/relationships/notesSlide" Target="/ppt/notesSlides/notesSlide26.xml" Id="R7481e4ceb318497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6467c2c0ed4e10" /><Relationship Type="http://schemas.openxmlformats.org/officeDocument/2006/relationships/notesSlide" Target="/ppt/notesSlides/notesSlide27.xml" Id="R5dc46ed9baad4cb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3068485e4c4d0a" /><Relationship Type="http://schemas.openxmlformats.org/officeDocument/2006/relationships/image" Target="/ppt/media/image27.png" Id="Raeb91a690f7f43dc" /><Relationship Type="http://schemas.openxmlformats.org/officeDocument/2006/relationships/image" Target="/ppt/media/image28.png" Id="Rf74a726a66054409" /><Relationship Type="http://schemas.openxmlformats.org/officeDocument/2006/relationships/image" Target="/ppt/media/image29.png" Id="R172b599623554ea6" /><Relationship Type="http://schemas.openxmlformats.org/officeDocument/2006/relationships/image" Target="/ppt/media/image30.png" Id="R4b574b79f5fe4bbe" /><Relationship Type="http://schemas.openxmlformats.org/officeDocument/2006/relationships/image" Target="/ppt/media/image31.png" Id="R2faa7b89775c45ff" /><Relationship Type="http://schemas.openxmlformats.org/officeDocument/2006/relationships/image" Target="/ppt/media/image32.png" Id="Re753f48bc6314794" /><Relationship Type="http://schemas.openxmlformats.org/officeDocument/2006/relationships/notesSlide" Target="/ppt/notesSlides/notesSlide28.xml" Id="Raa1fa495de5e4eb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63cd9a5ffe41e0" /><Relationship Type="http://schemas.openxmlformats.org/officeDocument/2006/relationships/image" Target="/ppt/media/image33.png" Id="R4c426374d9fb487e" /><Relationship Type="http://schemas.openxmlformats.org/officeDocument/2006/relationships/image" Target="/ppt/media/image34.png" Id="R5e82aa676ffb4984" /><Relationship Type="http://schemas.openxmlformats.org/officeDocument/2006/relationships/image" Target="/ppt/media/image35.png" Id="R7d516722e9514f10" /><Relationship Type="http://schemas.openxmlformats.org/officeDocument/2006/relationships/image" Target="/ppt/media/image36.png" Id="R9e71bd4454b14763" /><Relationship Type="http://schemas.openxmlformats.org/officeDocument/2006/relationships/image" Target="/ppt/media/image37.png" Id="Rdeb250960cee4e11" /><Relationship Type="http://schemas.openxmlformats.org/officeDocument/2006/relationships/image" Target="/ppt/media/image38.png" Id="R9d6f2f3e665d49db" /><Relationship Type="http://schemas.openxmlformats.org/officeDocument/2006/relationships/notesSlide" Target="/ppt/notesSlides/notesSlide29.xml" Id="R3e57e92966754f4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9846b1b4b14509" /><Relationship Type="http://schemas.openxmlformats.org/officeDocument/2006/relationships/image" Target="/ppt/media/image9.jpeg" Id="R81d477f081e54939" /><Relationship Type="http://schemas.openxmlformats.org/officeDocument/2006/relationships/image" Target="/ppt/media/image39.png" Id="Rfffec8c6017d4a0c" /><Relationship Type="http://schemas.openxmlformats.org/officeDocument/2006/relationships/image" Target="/ppt/media/image40.png" Id="R85093839d7f24fc6" /><Relationship Type="http://schemas.openxmlformats.org/officeDocument/2006/relationships/notesSlide" Target="/ppt/notesSlides/notesSlide30.xml" Id="R6cb645fca7b744d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ef216f233040da" /><Relationship Type="http://schemas.openxmlformats.org/officeDocument/2006/relationships/notesSlide" Target="/ppt/notesSlides/notesSlide31.xml" Id="R2125f7e9fa7541c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0b058b005346a6" /><Relationship Type="http://schemas.openxmlformats.org/officeDocument/2006/relationships/image" Target="/ppt/media/image10.jpeg" Id="R289916df0ab5495e" /><Relationship Type="http://schemas.openxmlformats.org/officeDocument/2006/relationships/notesSlide" Target="/ppt/notesSlides/notesSlide32.xml" Id="R7321d7e13381433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505a5ba5384462" /><Relationship Type="http://schemas.openxmlformats.org/officeDocument/2006/relationships/image" Target="/ppt/media/image41.png" Id="R0e8f358c1cbb4390" /><Relationship Type="http://schemas.openxmlformats.org/officeDocument/2006/relationships/image" Target="/ppt/media/image42.png" Id="Rdb6813f3d14c4470" /><Relationship Type="http://schemas.openxmlformats.org/officeDocument/2006/relationships/image" Target="/ppt/media/image43.png" Id="R755c51bbc8a24ad0" /><Relationship Type="http://schemas.openxmlformats.org/officeDocument/2006/relationships/image" Target="/ppt/media/image44.png" Id="R0e40d0a21de74875" /><Relationship Type="http://schemas.openxmlformats.org/officeDocument/2006/relationships/image" Target="/ppt/media/image45.png" Id="R42fd04c2068b49a3" /><Relationship Type="http://schemas.openxmlformats.org/officeDocument/2006/relationships/notesSlide" Target="/ppt/notesSlides/notesSlide33.xml" Id="Rf7fc5409b4384f5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2a654110464cee" /><Relationship Type="http://schemas.openxmlformats.org/officeDocument/2006/relationships/image" Target="/ppt/media/image11.jpeg" Id="R1af36d8a937b45c2" /><Relationship Type="http://schemas.openxmlformats.org/officeDocument/2006/relationships/notesSlide" Target="/ppt/notesSlides/notesSlide34.xml" Id="R1781709115314cf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b5a0e2223a43ee" /><Relationship Type="http://schemas.openxmlformats.org/officeDocument/2006/relationships/image" Target="/ppt/media/image12.jpeg" Id="R43dc7a0dd06440ec" /><Relationship Type="http://schemas.openxmlformats.org/officeDocument/2006/relationships/image" Target="/ppt/media/image13.jpeg" Id="Rada11fa5ea684579" /><Relationship Type="http://schemas.openxmlformats.org/officeDocument/2006/relationships/image" Target="/ppt/media/image14.jpeg" Id="Rb144b5ca9a384ddc" /><Relationship Type="http://schemas.openxmlformats.org/officeDocument/2006/relationships/notesSlide" Target="/ppt/notesSlides/notesSlide35.xml" Id="R5cd3fd7344464e7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b38e3834494dc8" /><Relationship Type="http://schemas.openxmlformats.org/officeDocument/2006/relationships/notesSlide" Target="/ppt/notesSlides/notesSlide36.xml" Id="R3b02dfdff6bf4f2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8a4524590d4d85" /><Relationship Type="http://schemas.openxmlformats.org/officeDocument/2006/relationships/notesSlide" Target="/ppt/notesSlides/notesSlide37.xml" Id="R34668d93bfaa468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18e7494958477a" /><Relationship Type="http://schemas.openxmlformats.org/officeDocument/2006/relationships/image" Target="/ppt/media/image15.jpeg" Id="Ra88d23670aa54024" /><Relationship Type="http://schemas.openxmlformats.org/officeDocument/2006/relationships/notesSlide" Target="/ppt/notesSlides/notesSlide38.xml" Id="Rf98a8f31b28f484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fa004f1992452d" /><Relationship Type="http://schemas.openxmlformats.org/officeDocument/2006/relationships/image" Target="/ppt/media/image16.jpeg" Id="R197b5842f2fb4fdd" /><Relationship Type="http://schemas.openxmlformats.org/officeDocument/2006/relationships/notesSlide" Target="/ppt/notesSlides/notesSlide39.xml" Id="R566697a0158344f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3762c3ff904902" /><Relationship Type="http://schemas.openxmlformats.org/officeDocument/2006/relationships/image" Target="/ppt/media/image46.png" Id="R59d2c19a01d847ed" /><Relationship Type="http://schemas.openxmlformats.org/officeDocument/2006/relationships/image" Target="/ppt/media/image47.png" Id="R408c18eace784be8" /><Relationship Type="http://schemas.openxmlformats.org/officeDocument/2006/relationships/image" Target="/ppt/media/image48.png" Id="Re6b5f8dde9ca423e" /><Relationship Type="http://schemas.openxmlformats.org/officeDocument/2006/relationships/notesSlide" Target="/ppt/notesSlides/notesSlide40.xml" Id="R15e60773c1d4494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ac886b98bd49b6" /><Relationship Type="http://schemas.openxmlformats.org/officeDocument/2006/relationships/image" Target="/ppt/media/image49.png" Id="R7159a21df38e4197" /><Relationship Type="http://schemas.openxmlformats.org/officeDocument/2006/relationships/image" Target="/ppt/media/image50.png" Id="R6213249befd24bed" /><Relationship Type="http://schemas.openxmlformats.org/officeDocument/2006/relationships/notesSlide" Target="/ppt/notesSlides/notesSlide41.xml" Id="R2144f240488a440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2cdbbaf6de48b0" /><Relationship Type="http://schemas.openxmlformats.org/officeDocument/2006/relationships/notesSlide" Target="/ppt/notesSlides/notesSlide42.xml" Id="Rdf7cdb2120a84e2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fec44ca2334a92" /><Relationship Type="http://schemas.openxmlformats.org/officeDocument/2006/relationships/notesSlide" Target="/ppt/notesSlides/notesSlide43.xml" Id="R267c421f01f145d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6ab81d96bd4844" /><Relationship Type="http://schemas.openxmlformats.org/officeDocument/2006/relationships/image" Target="/ppt/media/image51.png" Id="R7d994c3aabe141b3" /><Relationship Type="http://schemas.openxmlformats.org/officeDocument/2006/relationships/image" Target="/ppt/media/image52.png" Id="R733be0f2c60e45ca" /><Relationship Type="http://schemas.openxmlformats.org/officeDocument/2006/relationships/notesSlide" Target="/ppt/notesSlides/notesSlide44.xml" Id="Rc5865797599d45a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dcf1ab7ee94290" /><Relationship Type="http://schemas.openxmlformats.org/officeDocument/2006/relationships/image" Target="/ppt/media/image17.jpeg" Id="Rc030a3cfe7254e6d" /><Relationship Type="http://schemas.openxmlformats.org/officeDocument/2006/relationships/notesSlide" Target="/ppt/notesSlides/notesSlide45.xml" Id="Rdb97d43ec9814d2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a76bc1ef334d85" /><Relationship Type="http://schemas.openxmlformats.org/officeDocument/2006/relationships/notesSlide" Target="/ppt/notesSlides/notesSlide46.xml" Id="Ra0868f7e235d41d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249101556948ae" /><Relationship Type="http://schemas.openxmlformats.org/officeDocument/2006/relationships/notesSlide" Target="/ppt/notesSlides/notesSlide47.xml" Id="Rd6fc450022464782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8e082a9425455f" /><Relationship Type="http://schemas.openxmlformats.org/officeDocument/2006/relationships/image" Target="/ppt/media/image18.jpeg" Id="Rb6ab684583b24f1e" /><Relationship Type="http://schemas.openxmlformats.org/officeDocument/2006/relationships/notesSlide" Target="/ppt/notesSlides/notesSlide48.xml" Id="R8de2069464f14dc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f861f6d6da4234" /><Relationship Type="http://schemas.openxmlformats.org/officeDocument/2006/relationships/notesSlide" Target="/ppt/notesSlides/notesSlide49.xml" Id="R393401d86753414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ad259697b54640" /><Relationship Type="http://schemas.openxmlformats.org/officeDocument/2006/relationships/image" Target="/ppt/media/image19.jpeg" Id="R8e17be75c90e492a" /><Relationship Type="http://schemas.openxmlformats.org/officeDocument/2006/relationships/notesSlide" Target="/ppt/notesSlides/notesSlide50.xml" Id="Rf642be1cfd704f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6B6FD3-9571-43C9-864E-8694017659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4d769309e4a8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7BA8A-3FAF-4D71-9EA0-23293E2E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8DFD9-035F-43CF-8163-90251403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239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E96C7-78CD-4753-B525-52480145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 IC 트레이닝 가이드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8EB99-FB88-4F85-9B64-C28106C7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05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만들라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전에 관찰하라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032BD-6ADC-4BE8-B6F9-E6BA749A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816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3757E-81DF-4816-A329-2352D49D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 / 50</a:t>
            </a:r>
          </a:p>
        </p:txBody>
      </p:sp>
    </p:spTree>
    <p:extLst>
      <p:ext uri="{BB962C8B-B14F-4D97-AF65-F5344CB8AC3E}">
        <p14:creationId xmlns:p14="http://schemas.microsoft.com/office/powerpoint/2010/main" val="16644420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203B75-493A-415D-9E47-7895AA0E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3AAB66-DBF8-4C7A-B98C-612DC406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중 관련 있는 분야는?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9F045-E6EB-4207-A976-D74D81DE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잠시, 함께 생각해 봅시다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F1086-37D9-46C2-8523-294182F1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DA9CF-565C-4F3A-A796-D8EDB04B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자동차운전면허증(1종)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F590F5-351D-49F1-A830-088F1822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2E143-A9B6-475F-B551-CF62413E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대형면허 자격증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3C147E-D045-4364-8295-F02BDC3A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84D0EC-A4EA-4931-8F25-9FF8EB61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복어조리기능사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10E33-20DD-4EE2-A5E3-F64046B8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9F4CD1-8891-4E9C-AAEF-A5270FEF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제빵기능사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B5A02-7627-4E4D-8C7D-305FA037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05A4EB-7874-4354-A1C6-488111A2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지게차 운전기능사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812CFF-3AE0-46F1-ADE7-3812E325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C01A15-760D-4E09-AC6F-1104B3D7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코칭(다문화)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0C8801-1146-4B5E-918F-FFBB4BD3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5E351C-747E-472E-A1F6-89C0A62A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용접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AE0C04-4D91-4CD6-B104-58817E2F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2D1446-5011-4427-9EF4-6F9F3A1E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신학 석사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927413-F94F-4446-940D-E9FB30B9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02 / 50</a:t>
            </a:r>
          </a:p>
        </p:txBody>
      </p:sp>
    </p:spTree>
    <p:extLst>
      <p:ext uri="{BB962C8B-B14F-4D97-AF65-F5344CB8AC3E}">
        <p14:creationId xmlns:p14="http://schemas.microsoft.com/office/powerpoint/2010/main" val="15110324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EC97BC-5538-46C7-9D72-F5B56211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68C63-815F-4303-A570-D4F95E3A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트레이닝의 전체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BF208-9053-4880-BF2D-159B3D9D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동기를 만들고, 관찰하고, 자립을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32B86-69C6-4FA2-AF2B-A7F78D93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4DC72-4623-4318-ABEC-84FB2660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철학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D73F43-1E1C-4E3F-9D15-925DFE67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동기와 관찰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D3E94D-99FC-4754-95A0-F4AB2920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7F2CC-F851-4B2C-97F1-0649AB53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전제 조건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C6D33-2DCE-44BC-B33F-56B635D9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A7258A-B7D6-4EFA-8F06-48616266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FB6FE0-20BF-4870-A136-5C21DBD7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BC9A29-E5BF-4F81-96E9-D74ADCA2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경험 · 학습 ·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840A5-6895-480B-A8E6-2577EF25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C877D-2C7B-4F34-A5B0-1A506F52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스킬과 피드백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DD7D79-42F4-46C6-A40B-FB79765A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· 타이밍 · 모델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5007E5-56F9-4372-B163-CDA6A1FF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00BA7-0970-444A-AC7E-04807F2F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 전략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AC6B1C-CA0A-4C50-B6A0-11DC72A6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리더힛 · 로드트립 · Self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D4A04C-3425-41A1-8932-99D41228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E188A3-15C7-48CA-AA84-826B9798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리더의 역할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0EE241-405C-46C1-9B1F-59B68667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 · 인정 · 결과 판단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112100-7286-43FC-8E1D-1FEF0844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03 / 50</a:t>
            </a:r>
          </a:p>
        </p:txBody>
      </p:sp>
    </p:spTree>
    <p:extLst>
      <p:ext uri="{BB962C8B-B14F-4D97-AF65-F5344CB8AC3E}">
        <p14:creationId xmlns:p14="http://schemas.microsoft.com/office/powerpoint/2010/main" val="6108447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8033A-244A-4B45-A90F-95A875DF80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e362174c2499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3359D7-8325-4247-B450-638880B8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ADCD7C-AB28-4CCD-B90E-058C415D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4F60E5-6533-4C5D-9AD9-DB9B2912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How to teach보다 먼저, Why they want to 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E4338-2B7B-4F93-A1E4-ECFFD75F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04 / 50</a:t>
            </a:r>
          </a:p>
        </p:txBody>
      </p:sp>
    </p:spTree>
    <p:extLst>
      <p:ext uri="{BB962C8B-B14F-4D97-AF65-F5344CB8AC3E}">
        <p14:creationId xmlns:p14="http://schemas.microsoft.com/office/powerpoint/2010/main" val="7214877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5B93F-28E0-4B35-AB4C-3280882F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7BAA1-1981-4791-BEF6-FD1FE92B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마음이 생기는 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0E6FDD-6362-4B83-BB7C-D0799892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가르침은 그 의지 위에 얹는다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33628-AA60-4B2D-AC22-A7516E3A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동기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96EFD-6E1F-4C17-90D1-C5EFECA6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 전에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싶다는 마음을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264050-0481-4F5C-9C92-614D2D69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BE4EC7-8B70-442D-BF7F-84B84370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쇼잉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9002DD-1939-4D7D-8B20-57404ABC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나도 저렇게 되고 싶게 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C459F-8A3D-46D7-B384-D99F4545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42164-C08E-4E92-932E-A0089953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작은 성공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CB0D0-446B-4DC3-AAD5-EAC25732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해낸 성취감이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학습 의지를 만든다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48CECF-BEA7-4A0C-849A-44411727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92033-AA58-42BA-8CF4-3239A696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05 / 50</a:t>
            </a:r>
          </a:p>
        </p:txBody>
      </p:sp>
    </p:spTree>
    <p:extLst>
      <p:ext uri="{BB962C8B-B14F-4D97-AF65-F5344CB8AC3E}">
        <p14:creationId xmlns:p14="http://schemas.microsoft.com/office/powerpoint/2010/main" val="15891705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0119FD-46A7-4967-87D8-87BDA2F25D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366a1c1b94b3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817E41-4A94-45BD-AF7B-800F33DD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장 자크 루소 · 『에밀』 제2권 · 원본 수록 번역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26E1A-7799-4267-BD2B-73096262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시간을 잃어라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FE5EB-0A9D-4392-951C-EB4A6CE9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242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유용한 교육 규칙은 시간을 버는 것이 아니라, 시간을 잃는 것이다.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968A4F-D1A7-4723-B5E0-94DF6BEA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06 / 50</a:t>
            </a:r>
          </a:p>
        </p:txBody>
      </p:sp>
    </p:spTree>
    <p:extLst>
      <p:ext uri="{BB962C8B-B14F-4D97-AF65-F5344CB8AC3E}">
        <p14:creationId xmlns:p14="http://schemas.microsoft.com/office/powerpoint/2010/main" val="19711367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23F0D7-F20E-4735-AE01-FD1ADD26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9E56A-30AB-48CE-BC67-B998EDD7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가르치기 전에, 관찰하기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458B57-8A28-4646-BAAF-DEE27E41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소극적 교육 · Negative Education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DDF60-367E-4BE6-B370-AA8EAA1ABA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aca8936304d96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30CDB-9E8E-4F84-8EEF-0986C4A8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조급함이 가장 큰 위험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54770-A707-463D-82D0-8E96CD07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준비되지 않은 신입에게 주입하면 텅 빈 암기에 그치고 진짜 이해를 방해한다.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0FBD0-CF2C-4E44-A60C-1277441016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112becbc044497"/>
          <a:stretch xmlns:a="http://schemas.openxmlformats.org/drawingml/2006/main"/>
        </p:blipFill>
        <p:spPr>
          <a:xfrm xmlns:a="http://schemas.openxmlformats.org/drawingml/2006/main">
            <a:off x="723900" y="38195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D40A7D-5660-43E7-8121-374A89F6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 이해한 만큼을 관찰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53F092-32B7-4CE6-A944-24E32008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어디까지 이해하고 있는지 관찰한다. 그 위에 필요한 것을 얹는다.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44CBE9-2718-438A-971A-B44FB99FA6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f52beaf954824"/>
          <a:stretch xmlns:a="http://schemas.openxmlformats.org/drawingml/2006/main"/>
        </p:blipFill>
        <p:spPr>
          <a:xfrm xmlns:a="http://schemas.openxmlformats.org/drawingml/2006/main">
            <a:off x="723900" y="49244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F4AD60-6FD2-4D0F-9288-101EE48F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기다림이 가장 빠른 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09A1B8-4076-45EB-B06C-AECB390F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경험하고 성숙할 시간을 허락한다.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17705A-0150-4730-8117-6B5E00DE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07 / 50</a:t>
            </a:r>
          </a:p>
        </p:txBody>
      </p:sp>
    </p:spTree>
    <p:extLst>
      <p:ext uri="{BB962C8B-B14F-4D97-AF65-F5344CB8AC3E}">
        <p14:creationId xmlns:p14="http://schemas.microsoft.com/office/powerpoint/2010/main" val="398487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CF9BAC-507A-400F-9658-DC085203B6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9138b2945464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438A4F-A051-462A-8017-7B62D0F2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53ACE-0393-417B-97E3-09EB833E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 전에,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 관찰하라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0243E7-47B4-48A2-ACF1-62324374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같은 피드백도 사람에 따라 독이 되고 약이 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5C0B2-DE69-40AE-BEF5-E1C4DEEC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08 / 50</a:t>
            </a:r>
          </a:p>
        </p:txBody>
      </p:sp>
    </p:spTree>
    <p:extLst>
      <p:ext uri="{BB962C8B-B14F-4D97-AF65-F5344CB8AC3E}">
        <p14:creationId xmlns:p14="http://schemas.microsoft.com/office/powerpoint/2010/main" val="13455719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9C68DF-10D9-432D-9676-0AC36EE2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99EA1-3EB9-4D7A-8736-7F0C0B83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관찰해야 할 네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CB3A9-98EC-453E-A8C4-C629A5A1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관찰한 뒤 진단하고, 그 사람에게 맞춰 피드백한다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744443-0BDD-4E45-BA82-867E48C41C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466313e7eb4c42"/>
          <a:stretch xmlns:a="http://schemas.openxmlformats.org/drawingml/2006/main"/>
        </p:blipFill>
        <p:spPr>
          <a:xfrm xmlns:a="http://schemas.openxmlformats.org/drawingml/2006/main">
            <a:off x="723900" y="276225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F504AA-D907-48B3-B504-DFBE1ED5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7E59D-78CC-4D88-B7D0-23D38335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7662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A89E4-4C35-4A41-A56C-6C998D1092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5786b0ebf4287"/>
          <a:stretch xmlns:a="http://schemas.openxmlformats.org/drawingml/2006/main"/>
        </p:blipFill>
        <p:spPr>
          <a:xfrm xmlns:a="http://schemas.openxmlformats.org/drawingml/2006/main">
            <a:off x="6438900" y="276225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9B4A8F-54FB-4E3E-90C2-FB69F7B9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6225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두려움의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8A6F3-8018-4905-8F0A-FF5E59CD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7662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접근 · 피치 · 클로징, 어디서 멈칫하는가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C5BCFE-AC44-4B62-A77F-0219EABF9A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f8496b3cb4950"/>
          <a:stretch xmlns:a="http://schemas.openxmlformats.org/drawingml/2006/main"/>
        </p:blipFill>
        <p:spPr>
          <a:xfrm xmlns:a="http://schemas.openxmlformats.org/drawingml/2006/main">
            <a:off x="723900" y="43815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B1F47-2968-4366-A377-1C54E6F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8150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학습 속도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CA44C-B856-49DD-80A7-68E97896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어제의 피드백을 오늘 반영하는가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FA78AF-AFB9-4653-B3FC-49352622A3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e0482c1d0489f"/>
          <a:stretch xmlns:a="http://schemas.openxmlformats.org/drawingml/2006/main"/>
        </p:blipFill>
        <p:spPr>
          <a:xfrm xmlns:a="http://schemas.openxmlformats.org/drawingml/2006/main">
            <a:off x="6438900" y="43815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90B93F-5F33-4009-93C1-81617BDC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8150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강점과 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05E70C-3243-4F9B-85D8-61925D5E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9587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리액션형인가, 논리형인가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4276B2-3E52-462A-B581-0FA19521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09 / 50</a:t>
            </a:r>
          </a:p>
        </p:txBody>
      </p:sp>
    </p:spTree>
    <p:extLst>
      <p:ext uri="{BB962C8B-B14F-4D97-AF65-F5344CB8AC3E}">
        <p14:creationId xmlns:p14="http://schemas.microsoft.com/office/powerpoint/2010/main" val="14313830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69EBFE-7C83-4C81-82AC-F0A14041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C1C52-7CD4-4425-8E8D-C3EA672B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이전부터 시작되는 관찰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375D5-90AC-4BB5-BDEA-5E0A5C1E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사람이 다르면, 트레이닝도 달라야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66DA01-74F2-4D70-A457-DF196F35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이력서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D0EA28-D112-4865-A86B-87DCA1C1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경력과 이전 직무에서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성향과 강점의 단서를 읽는다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F2FC20-FAD7-490A-ADA2-73BC5D93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47985-E7A6-4BF2-9ECE-BD8F894A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주변 피드백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8341D-9D83-4393-9BAA-073D7D47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오너 · 클라이언트 · 교육자에게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어떤 사람이었는지 묻는다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23108-9535-4703-8646-0892AE2A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A5DE8-D6C3-4525-A09C-2E61326D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트레이닝 설계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127497-4F35-4494-A9BA-870E883D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어떻게 가르칠지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전에 미리 고민한다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4F1EB-5AFD-4CC5-AE6F-EB1952DC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A3D1A3-34F3-4AA1-8442-EB6295AC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10 / 50</a:t>
            </a:r>
          </a:p>
        </p:txBody>
      </p:sp>
    </p:spTree>
    <p:extLst>
      <p:ext uri="{BB962C8B-B14F-4D97-AF65-F5344CB8AC3E}">
        <p14:creationId xmlns:p14="http://schemas.microsoft.com/office/powerpoint/2010/main" val="17143833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4E884-C57F-405A-BC22-FFA4138F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D2664-537B-4A04-B63C-F74EE4E9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신입에게 답이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A1B7C2-5740-4242-B8A4-B04AB011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현장의 어려움은 현장에서 답을 찾는다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392B1-C347-406B-BD74-AC9FD78A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포착하기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DD5C3-8974-4BF3-B581-EB9D19A8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이해하지 못하거나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머뭇거리는 순간을 찾는다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0BBF9-3FB8-44DD-B5B9-6BAAB611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026894-B50C-4E50-AC82-5D9D915A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묻기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B0D78-3AF4-48C2-98DE-794AEDD8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왜 그 부분이 어려운지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입으로 듣는다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C5486E-3598-407F-BBDB-2AC73294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485942-170F-4898-99D6-AF524FB0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함께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4D0726-E609-4B87-A9C4-AFE2B488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들은 내용을 바탕으로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솔직하게 피드백한다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81D01F-03D8-4B2A-B822-63C879A6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FAD92-9844-44DB-93CE-CB82B0A7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11 / 50</a:t>
            </a:r>
          </a:p>
        </p:txBody>
      </p:sp>
    </p:spTree>
    <p:extLst>
      <p:ext uri="{BB962C8B-B14F-4D97-AF65-F5344CB8AC3E}">
        <p14:creationId xmlns:p14="http://schemas.microsoft.com/office/powerpoint/2010/main" val="14996366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59E9FB-558F-451E-B4AD-D09D9F1C88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4364b95734f4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40CE32-3A97-4D57-97A6-B02EE044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18C4B9-1F75-41EB-ACE4-F298615F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트레이너가 먼저 증명하는 실력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5DE0F5-AC44-4244-8D8F-8838B59D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쇼잉할 수 있는 실전 능력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4361F-4B8B-4068-89A8-C0D60CA6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 1회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29BF29-1CC4-438D-8916-02C25570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벨-공 세일즈 증명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47413-7759-4212-9837-3C7235EF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4시간 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AB8D0-32C6-4B6A-BADF-8EE7BE33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81575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세일즈 가능한 실력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255CEC-E182-4BA2-9900-6CCB3DF4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12 / 50</a:t>
            </a:r>
          </a:p>
        </p:txBody>
      </p:sp>
    </p:spTree>
    <p:extLst>
      <p:ext uri="{BB962C8B-B14F-4D97-AF65-F5344CB8AC3E}">
        <p14:creationId xmlns:p14="http://schemas.microsoft.com/office/powerpoint/2010/main" val="15669897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E2626-B5D5-46C3-ADC8-1B7DFEFA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785D00-8A5E-4DAD-8CA5-B7448F05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B5FCA-692B-4744-A8B2-B2DD66D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교육의 질은 트레이너의 실전 역량에서 시작된다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28208-FC2D-4AB6-9438-B216AA2FD8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edbe7962ed44e8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FB5F0-DF8D-4D95-B0F1-DFFC8763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SHOWING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18FF1-237C-4CEC-9797-D31202A0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효과적인 교육은 직접 보여주기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실제 과정을 관찰하며 학습한다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F328E2-5B04-4AB2-937D-A22C2A2B88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e794792824829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51E27-02A7-4A6B-AC37-E387A23BD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STANDARD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8EFE0-0AA3-4F07-AD72-E4AACC24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일관된 기본 패턴을 모든 신입에게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 가능한 기본기를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92AFC8-9CD3-4617-8E51-0E25ED10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13 / 50</a:t>
            </a:r>
          </a:p>
        </p:txBody>
      </p:sp>
    </p:spTree>
    <p:extLst>
      <p:ext uri="{BB962C8B-B14F-4D97-AF65-F5344CB8AC3E}">
        <p14:creationId xmlns:p14="http://schemas.microsoft.com/office/powerpoint/2010/main" val="5018012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6BBA2-FD6F-45E1-AB3A-9A3AB61315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cb0b8e3fd494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4D913-C353-47B0-BAA5-E5549B49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50DD2-1E23-4B17-A29C-CBBB30E5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3일의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7A206-721D-4053-A4C5-762B4C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각 단계에서 이렇게 느끼도록 돕는다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9155CA-BAE9-43B3-8D20-F79946C2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9D5A6-D4FF-4011-89B4-E6295655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A514C4-0652-4211-92A7-1A9563A9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필드가 할 만하다고 느끼게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AEBA5-6C03-45AB-ACD9-BFA17E10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AC8CE-6424-40B4-8ED0-7C17236B1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D6A7BA-E468-4A29-9AE0-C7CD5DE2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 배우고 성장하면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할 수 있다고 느끼게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E49898-CA34-4777-8AAE-48C7D3BF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99682E-946B-4575-9CAE-625B6EA2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ABCD5C-6FC0-4BAC-9EC3-B1BB1C42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가능성이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있다고 느끼게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4B393-DDD5-458A-9C18-C3A97BFB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14 / 50</a:t>
            </a:r>
          </a:p>
        </p:txBody>
      </p:sp>
    </p:spTree>
    <p:extLst>
      <p:ext uri="{BB962C8B-B14F-4D97-AF65-F5344CB8AC3E}">
        <p14:creationId xmlns:p14="http://schemas.microsoft.com/office/powerpoint/2010/main" val="14667592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BDEF85-9570-4723-9197-9909A78A51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83e548cba48a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AAFE3-083F-441A-BEA4-728D172B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1 · 경험의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7A64C8-7BC1-4AEC-914A-AF836648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첫날의 리더는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안전벨트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3E1BBE-F956-4340-8640-F305AF54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마음껏 시도하게 해주는 리더십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172B8-3A16-4F5B-9B24-14B695B7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15 / 50</a:t>
            </a:r>
          </a:p>
        </p:txBody>
      </p:sp>
    </p:spTree>
    <p:extLst>
      <p:ext uri="{BB962C8B-B14F-4D97-AF65-F5344CB8AC3E}">
        <p14:creationId xmlns:p14="http://schemas.microsoft.com/office/powerpoint/2010/main" val="110512744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14FA3-50E4-4175-A1C0-CACE49C6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980D2E-2795-44EF-907C-E7EA95FC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긍정적인 첫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5B065-825F-4746-8DE1-A316B2FC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성과보다 적응과 관찰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AAF13-0ED0-465A-8310-2B3FBD86D0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bd7f32fda84ba1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9A3DB5-28B7-4F25-B378-9AC89DA8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27839-D476-4F57-B1DF-E2578103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확인하고 기본 자세와 의지를 파악한다.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C0A99-4215-4D9F-B29C-60CB66473B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6e339af35e48c3"/>
          <a:stretch xmlns:a="http://schemas.openxmlformats.org/drawingml/2006/main"/>
        </p:blipFill>
        <p:spPr>
          <a:xfrm xmlns:a="http://schemas.openxmlformats.org/drawingml/2006/main">
            <a:off x="723900" y="3548063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85FB4-851F-485D-8249-6B45C7B4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48063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쇼잉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DD079-B365-49A0-810E-A2672611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57638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자신의 세일즈에 집중해 실제 과정을 직접 보여준다.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2397F-CF93-404C-A044-8EDC2F490C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35fc45f16641f8"/>
          <a:stretch xmlns:a="http://schemas.openxmlformats.org/drawingml/2006/main"/>
        </p:blipFill>
        <p:spPr>
          <a:xfrm xmlns:a="http://schemas.openxmlformats.org/drawingml/2006/main">
            <a:off x="723900" y="43815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083496-1889-4254-B40C-E5878682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81500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60A67-0B28-40B4-92DD-2089A90D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91075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프리엠티브를 충분히 제공한다. 재미있고 해볼 만하다고 느끼게 한다.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D60A12-46E8-41DF-88BB-2060E3E36B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f90061c31e4335"/>
          <a:stretch xmlns:a="http://schemas.openxmlformats.org/drawingml/2006/main"/>
        </p:blipFill>
        <p:spPr>
          <a:xfrm xmlns:a="http://schemas.openxmlformats.org/drawingml/2006/main">
            <a:off x="723900" y="5214938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4840E2-D627-4EBE-8D11-93F7C679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14938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날의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FCA992-AD5B-4241-8474-D230EBC0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24513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 압박 대신 환경 적응을 돕고 심리적 준비를 만든다.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BA2F1-E7FE-4E5B-AE28-85DA705E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16 / 50</a:t>
            </a:r>
          </a:p>
        </p:txBody>
      </p:sp>
    </p:spTree>
    <p:extLst>
      <p:ext uri="{BB962C8B-B14F-4D97-AF65-F5344CB8AC3E}">
        <p14:creationId xmlns:p14="http://schemas.microsoft.com/office/powerpoint/2010/main" val="6002100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613F61-5F93-43F6-B2E7-8959042AE2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c5cf8f4e3423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34CC3-E550-48DB-9324-94C97F48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2 · 학습의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334093-1369-4F59-B76C-2ACD6E5C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성공은,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함께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B18DB0-7210-4D8F-8230-3E5968F9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둘째 날, 반드시 세일즈 1개 이상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F7CE5B-88D2-4015-B8CE-85CA1A9B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17 / 50</a:t>
            </a:r>
          </a:p>
        </p:txBody>
      </p:sp>
    </p:spTree>
    <p:extLst>
      <p:ext uri="{BB962C8B-B14F-4D97-AF65-F5344CB8AC3E}">
        <p14:creationId xmlns:p14="http://schemas.microsoft.com/office/powerpoint/2010/main" val="4049047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57369-D811-48FF-ACC1-AED91CC6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3A803-F6A8-4EEC-880B-6A783406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결과로 배우는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19F91-3573-4DF5-87D5-D1B545CA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실질 역량을 가늠하는 시점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48D2-A43F-4BBD-A40D-DDD42ECEF8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ba66b064c4dc9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D68B52-81C5-4CC3-A4F1-6738816E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세일즈 1개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9F33A-2902-4EDA-AC93-B4E87F46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함께 만들어낸다. 신입이 직접 성공을 체감하게 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BD5DC-58C1-4716-813C-A37CBA1C25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00e9cea8584a01"/>
          <a:stretch xmlns:a="http://schemas.openxmlformats.org/drawingml/2006/main"/>
        </p:blipFill>
        <p:spPr>
          <a:xfrm xmlns:a="http://schemas.openxmlformats.org/drawingml/2006/main">
            <a:off x="723900" y="38195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A70C8-4E46-4A75-9B72-2DACF3DE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학습력과 성장성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714DB-C349-4C32-9AB0-2E288098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첫날 대비 개선점을 짚고 학습 능력과 성장 가능성을 본다.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7ADF6-B75A-4966-8336-2CB9DC360E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3812af28b49b6"/>
          <a:stretch xmlns:a="http://schemas.openxmlformats.org/drawingml/2006/main"/>
        </p:blipFill>
        <p:spPr>
          <a:xfrm xmlns:a="http://schemas.openxmlformats.org/drawingml/2006/main">
            <a:off x="723900" y="49244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738830-9B01-4F5D-9BD9-D7ADA89B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트레이너와 신입의 균형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320B4D-36F6-4615-80CD-0D5BC35F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세일즈가 우선이며, 트레이너도 함께 성과를 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656AAD-A2B7-420C-8CE6-DB0DA3BF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18 / 50</a:t>
            </a:r>
          </a:p>
        </p:txBody>
      </p:sp>
    </p:spTree>
    <p:extLst>
      <p:ext uri="{BB962C8B-B14F-4D97-AF65-F5344CB8AC3E}">
        <p14:creationId xmlns:p14="http://schemas.microsoft.com/office/powerpoint/2010/main" val="7312953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3D4C32-81F6-4014-AA2C-EA99B375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D2AB1-52AF-4941-8B6E-B1A30828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성과의 패턴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61686-F17C-4CBE-920A-D152B642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Stay / Qualifying은 반드시 오너와 상의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8FF61F-6FCE-425C-8DFC-4539F28F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1 ·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3181B-6BD1-44F9-8B95-3B680412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이상적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리더로 육성 가능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BC53B-BD64-4B12-8BDD-CA569B1B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2개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40F99C-D5F4-4AE8-9D0B-46A826A6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로드트립 제안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8044A-1D43-448B-9947-3B2D0B23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3개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E5DF2-84C1-43CF-9132-CBF8C1D4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의지와 센스 모두 보유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4139A2-2357-4AEA-B48C-B6A82821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0 ·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EDC48-7740-41DD-A326-45271BF3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빠른 Qualifying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2306A1-5B8B-4C75-80A1-B36F71A6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모든 판단은 Case by Case. 기준 위에서 유연하게.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A6CE1D-71CB-47F9-B1F7-40FD5407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19 / 50</a:t>
            </a:r>
          </a:p>
        </p:txBody>
      </p:sp>
    </p:spTree>
    <p:extLst>
      <p:ext uri="{BB962C8B-B14F-4D97-AF65-F5344CB8AC3E}">
        <p14:creationId xmlns:p14="http://schemas.microsoft.com/office/powerpoint/2010/main" val="10170212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6BABC8-B8E7-4048-BF21-E926AF1C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8F7C5-AA40-4DFB-8211-1052AA35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 전에 확보할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14F09-49ED-432E-9C53-FA1AB12C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제로 방지를 위한 전략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156004-B516-4A22-93B9-9EB1309A8A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74259c7a204172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BFC4A-C267-47E3-89AA-9F60D69E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사이트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1F2A6-228F-41FB-9051-C214236B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벨을 칠 수 있는 사이트를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전략적으로 고른다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DC2CFF-6DFB-4E53-A7A9-AF331A41CB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e99fbb2394887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E9CFE-D6A1-448D-AE73-51587B07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0CAE38-1A44-478A-88EA-838DC232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미리 스케줄을 짜고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성공 가능성 높은 필드에서 시간을 확보한다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9788A-7944-4A5A-95A9-BD826848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개별 상황을 고려해, 반드시 오너와 상의한다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190012-91EF-4273-BFA1-AF4A87ED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20 / 50</a:t>
            </a:r>
          </a:p>
        </p:txBody>
      </p:sp>
    </p:spTree>
    <p:extLst>
      <p:ext uri="{BB962C8B-B14F-4D97-AF65-F5344CB8AC3E}">
        <p14:creationId xmlns:p14="http://schemas.microsoft.com/office/powerpoint/2010/main" val="200562425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15B85B-7248-4E41-955D-E2B9C2B6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C373B0-D3C2-4AED-9B17-747EDCCA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 트레이닝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314615-D291-489A-B277-1A85508E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주목부터 거래정보 재확인까지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C24A6-6508-4EDF-931F-A5728AB8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ABB613-4A8D-4F60-B0FE-6E1C876F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9CB6D1-2301-46E2-B40A-A18B33B4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68A78-1B53-42FE-BE46-4162783C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F5FED0-E744-40F3-AAA9-81D731BA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AE4EE-BD6D-45AF-BF7F-A77CDC00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538B48-F7FC-4805-A3C1-8A86D9D0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8D9988-FE15-4136-9615-E53F016F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Short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9FEE9-EFA8-442F-862A-88D14387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DCA773-8996-4DD1-A586-873AEDB0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392015-1D32-46CB-9DF3-5921D607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71489D-B3EC-4E26-88BE-D72BC0CE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DF742B-FF28-41F7-94DD-B9550D7A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Presentation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8E4965-7D29-4B56-A2CD-5F639628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746D9F-C44F-4F5E-9740-3C51F763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7B3D44-69A1-4477-A72D-B5235514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F6A66-0A7A-4ECB-B2CB-77F67697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62562D-2A78-41A0-8E5C-BBE8D914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8ACBD7-E5B2-48B7-A876-B7E493ED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7D5F57-0F39-4041-A86C-B61A4C46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D327B9-EA1A-49BC-A48B-C6F03F0C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F09857-0717-4710-B5BC-FE4DF120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FA2E10-E2C3-480C-91D6-11888F02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Rehash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EAF902-288F-4709-A635-BBE9E6B6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C535F3-14C7-4345-9125-146C72B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21 / 50</a:t>
            </a:r>
          </a:p>
        </p:txBody>
      </p:sp>
    </p:spTree>
    <p:extLst>
      <p:ext uri="{BB962C8B-B14F-4D97-AF65-F5344CB8AC3E}">
        <p14:creationId xmlns:p14="http://schemas.microsoft.com/office/powerpoint/2010/main" val="198192780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EBC215-4327-472C-A652-43AA38F0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A6814-9889-46CC-8B51-C2BBC1B2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대화하고 싶은 분위기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5AB6E5-174E-4D2D-B81E-5A3E1E04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Intro와 Short Story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7175E8-7694-49F3-BC16-C398D61222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631f1ac2924087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3DA3C-CCB4-447B-9579-954ABADA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 INTRO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ED570-9ED8-4AB9-9D3A-41418CA8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시선과 발걸음을 멈춰 세운다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적극적인 리액션과 아이스브레이크로 경계심을 푼다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237F1-2F16-4D46-964E-5EF5652F3A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71929354e342f4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A7CD8-238E-4AB2-AEB6-B17E18CF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 SHORT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8DB1F-6026-42DC-93D5-CB196606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피치와 Yes Question으로 긍정 응답을 만든다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WOW 포인트, Tone of Voice, Body Language를 활용한다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7011C1-ADBC-480E-902E-11B37020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22 / 50</a:t>
            </a:r>
          </a:p>
        </p:txBody>
      </p:sp>
    </p:spTree>
    <p:extLst>
      <p:ext uri="{BB962C8B-B14F-4D97-AF65-F5344CB8AC3E}">
        <p14:creationId xmlns:p14="http://schemas.microsoft.com/office/powerpoint/2010/main" val="153139704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651C7B-A9EF-4859-9503-583A1D27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92ADB-A0FC-47A5-9102-A71982D4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해결책 제시와 거래정보 재확인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A0945-0F21-4B41-AA16-B6F7E7D5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Presentation과 Rehash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6B3F06-40C1-44FC-8AE5-49C166C3D4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2f02b31b404aa0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871D5-E158-4929-987A-3DA816EA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22600-8603-482F-837A-A304EA03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해결책으로 구호물품을 직접 보여준다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욕구를 최대치로 끌어올린다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84703-BFD0-4F2B-B4CE-4E7F6D2CC3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63e6ebb984de0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CB9212-FC27-4255-945D-26FB0C41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 REHASH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25431-0022-43D4-8F34-FED248D0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거래 정보를 다시 확인한다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취소율을 낮추고 구매 만족도를 한 번 더 높인다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25E6E-F510-4099-B905-5AA4D72B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23 / 50</a:t>
            </a:r>
          </a:p>
        </p:txBody>
      </p:sp>
    </p:spTree>
    <p:extLst>
      <p:ext uri="{BB962C8B-B14F-4D97-AF65-F5344CB8AC3E}">
        <p14:creationId xmlns:p14="http://schemas.microsoft.com/office/powerpoint/2010/main" val="48666710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FD5038-1763-4229-B5C6-3FCAD32F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EDFDED-3C2F-417E-8E3F-283538B7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 · TAAIS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E9E6D-E65C-41CC-B2F9-4D4EB57B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구매를 전제로 대화하고, 선택권과 침묵을 활용한다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F3AE1-B99D-4DD8-88A3-DCF8D44E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A5F68-D663-4363-8439-9E6A1251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Trial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3326D-9CB8-418D-B405-A500638C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항상 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60E630-CFC6-4FA4-BBE1-82D0B8DF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7EF8C6-9BD4-41AD-BB49-A77C5D95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Assumptive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447FB-8BB4-47D1-8866-50D85F6A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전제 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DF648E-208D-4CA3-8D47-61DF0710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CD3153-657B-417D-A78D-DA3B8B91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Alternative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DD2E05-D590-44BE-B245-3E28CBB5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대안 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80EEF2-409E-445B-A605-DD92FF56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B75F90-90E0-4B08-8265-1A68DFEE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Indifference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64C109-EF99-4EEF-87C7-B6840470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선택권 부여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AFC07C-D88D-4B41-B45F-2F2423B9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248A4D-6566-4581-859D-E762C0DE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Silence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C7FA5F-9D62-4036-8E31-94A3EAF7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19CC40-A6F1-4AE6-806A-73DB4691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24 / 50</a:t>
            </a:r>
          </a:p>
        </p:txBody>
      </p:sp>
    </p:spTree>
    <p:extLst>
      <p:ext uri="{BB962C8B-B14F-4D97-AF65-F5344CB8AC3E}">
        <p14:creationId xmlns:p14="http://schemas.microsoft.com/office/powerpoint/2010/main" val="129292315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B4A9D-F2DD-44E9-80FB-F6D26FDB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 STEP 외 · 거절 확률을 낮추는 언어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E07D04-6884-41E0-9F7F-4385E209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“바쁘시니까”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“이미 좋은 일 많이 하시겠지만”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BED5D-84A6-4750-A718-FCF9A3A5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쿠션 멘트는 피치 전반에 꼭 필요한 핵심 요소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6BB76-4A8B-4780-9AF2-587E10FD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25 / 50</a:t>
            </a:r>
          </a:p>
        </p:txBody>
      </p:sp>
    </p:spTree>
    <p:extLst>
      <p:ext uri="{BB962C8B-B14F-4D97-AF65-F5344CB8AC3E}">
        <p14:creationId xmlns:p14="http://schemas.microsoft.com/office/powerpoint/2010/main" val="106414358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FB5C08-4925-45B4-989C-97786662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24EB6-5E0B-46B5-95A2-C69C2913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관찰에 맞춘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0A1607-F510-4D6F-B965-95663161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사람의 약점에 따라 처방을 달리한다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9AF20F-500B-4F47-9E21-8CABBAF2F9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3b94bea0f4277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06AE4-C374-4D08-A611-48309CEC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리액션이 약하다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D82F0-EB8B-4006-8E39-238F1960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 강화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DA54E-3E14-4EF5-8CCA-65B3F304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표정·제스처 / 즉각 대응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임펄스·바디랭귀지 / 롤플레이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FF2E1C-7D6C-4890-ADBC-E4CDCEC189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8f13322a74759"/>
          <a:stretch xmlns:a="http://schemas.openxmlformats.org/drawingml/2006/main"/>
        </p:blipFill>
        <p:spPr>
          <a:xfrm xmlns:a="http://schemas.openxmlformats.org/drawingml/2006/main">
            <a:off x="6334125" y="271462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21378-130D-4C00-8CA2-20347DD3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부스 연결이 약하다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B3D16-E35D-4993-8AC7-DF000097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스트릿 스킬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7D41A-6363-42C8-B9E2-527696BA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접근 방법 / 첫인상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극복 / 고객 유형별 접근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57818B-3A40-41DA-AD23-EBF9E7DBB1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4fb788b5234990"/>
          <a:stretch xmlns:a="http://schemas.openxmlformats.org/drawingml/2006/main"/>
        </p:blipFill>
        <p:spPr>
          <a:xfrm xmlns:a="http://schemas.openxmlformats.org/drawingml/2006/main">
            <a:off x="723900" y="442912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2E0429-20AD-4857-994B-D05FC70C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클로징이 약하다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794D90-982D-4FE4-8245-13674D16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클로징 강화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DB5612-B0E4-48BE-B937-119BAD4F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 / Buying sign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침묵·대안 / 클로징 타이밍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BBFAC1-E97C-4C6D-A17D-F09E45DFA7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f3db41d40d4cd4"/>
          <a:stretch xmlns:a="http://schemas.openxmlformats.org/drawingml/2006/main"/>
        </p:blipFill>
        <p:spPr>
          <a:xfrm xmlns:a="http://schemas.openxmlformats.org/drawingml/2006/main">
            <a:off x="6334125" y="442912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2B5B2B-6FF5-4018-8940-FFCD9348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이미 잘한다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16D0BF-E20C-4588-9772-ED716667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상향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FD215-AA33-4400-A0EF-DABAFCB2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높은 목표 / 자기주도 성장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리더십·멘토링 / 커리어 설계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AD2C87-3A93-4F15-99C3-F546BC50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26 / 50</a:t>
            </a:r>
          </a:p>
        </p:txBody>
      </p:sp>
    </p:spTree>
    <p:extLst>
      <p:ext uri="{BB962C8B-B14F-4D97-AF65-F5344CB8AC3E}">
        <p14:creationId xmlns:p14="http://schemas.microsoft.com/office/powerpoint/2010/main" val="6131096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FF9739-A117-4732-9BDA-E46AB726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E1EC0-2678-48E0-BA8D-73F64D58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세 가지 시간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81CDC-8D64-4D18-ABC6-46E41E25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전, 필드 중, 필드 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26E628-F1A9-45AE-9DD4-1389E981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87829-5C71-45EC-8D3D-29827C10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427A2-E82E-444B-883F-D0DC34DF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점검하고 설계한다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31E61-AE0E-4058-8589-09B00DA5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HOW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2C769-45D4-4C39-A5C0-566AD43D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AE5F6B-8A07-4A78-8D66-B1D4F3DE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 보여준다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99891B-BA7D-495A-938D-39C29510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AF6DA7-F1B4-42A2-BA5E-3821230E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FA49C2-EAA3-4D50-8E0F-6F833840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돌아보고 다음을 설계한다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203B57-BDDD-4057-A031-410C37A7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27 / 50</a:t>
            </a:r>
          </a:p>
        </p:txBody>
      </p:sp>
    </p:spTree>
    <p:extLst>
      <p:ext uri="{BB962C8B-B14F-4D97-AF65-F5344CB8AC3E}">
        <p14:creationId xmlns:p14="http://schemas.microsoft.com/office/powerpoint/2010/main" val="208326215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6893D-3315-42C9-A81D-D75619CD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DA964C-AA45-4FAE-9676-85E9A7CD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 · 함께 준비하는 여섯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85736-E56C-486E-BE93-B6B1A597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배울지와 어떻게 시도할지를 함께 설계한다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B8F0A5-37AD-4A15-8140-10E895BC0E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91a690f7f43dc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C828BD-ADA7-4B03-A2DC-7EBC2DBF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피치 점검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B6B412-EFE1-44EE-83B0-67940800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피치 숙지 · 클로즈 · 약정서 핸들링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C90DF-A6BE-46B9-95BA-E3A5FE66C0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4a726a66054409"/>
          <a:stretch xmlns:a="http://schemas.openxmlformats.org/drawingml/2006/main"/>
        </p:blipFill>
        <p:spPr>
          <a:xfrm xmlns:a="http://schemas.openxmlformats.org/drawingml/2006/main">
            <a:off x="6334125" y="27146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D15DC2-1883-4C43-8F12-568A9D99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니즈 파악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2375F-7722-4E56-86CA-E7A78672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필드에서 배우고 싶은 것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F7F804-DC25-44AE-8429-EDA15AE635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2b599623554ea6"/>
          <a:stretch xmlns:a="http://schemas.openxmlformats.org/drawingml/2006/main"/>
        </p:blipFill>
        <p:spPr>
          <a:xfrm xmlns:a="http://schemas.openxmlformats.org/drawingml/2006/main">
            <a:off x="723900" y="38195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D56F1-8C05-4EFA-BFBD-35DF7501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설정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92A65-71FA-40E1-96F8-9FF782DA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필드시간 · 리해쉬 · 클로즈 · 개인+섹터 AVG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7679D-3083-465B-BE06-F844BDEFFD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74b79f5fe4bbe"/>
          <a:stretch xmlns:a="http://schemas.openxmlformats.org/drawingml/2006/main"/>
        </p:blipFill>
        <p:spPr>
          <a:xfrm xmlns:a="http://schemas.openxmlformats.org/drawingml/2006/main">
            <a:off x="6334125" y="38195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5A81C-5778-4032-B346-4775ED63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사이트 전략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3E4953-DB90-4915-8C13-E77708DC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사이트를 익숙하게 하고 할 수 있다는 기대 만들기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0E7A6-C4E0-45BA-8399-670D918F1F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aa7b89775c45ff"/>
          <a:stretch xmlns:a="http://schemas.openxmlformats.org/drawingml/2006/main"/>
        </p:blipFill>
        <p:spPr>
          <a:xfrm xmlns:a="http://schemas.openxmlformats.org/drawingml/2006/main">
            <a:off x="723900" y="49244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F5268-51B9-42EF-A7EC-BF70325C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프리엠티브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791E9C-DB6B-49D7-BB1C-B7A5F82C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타 에이전시 · 우천 등 네거티브 요소 사전 안내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26505-5408-478A-871F-5B2FCB07A5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53f48bc6314794"/>
          <a:stretch xmlns:a="http://schemas.openxmlformats.org/drawingml/2006/main"/>
        </p:blipFill>
        <p:spPr>
          <a:xfrm xmlns:a="http://schemas.openxmlformats.org/drawingml/2006/main">
            <a:off x="6334125" y="49244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56238C-8FD2-4421-AC25-067FDCCF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물품과 복장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0A976F-0A7E-450B-9117-9922B1FD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콜백싯 · 조끼 · ID카드 · 태블릿 · 부스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6025D4-21ED-4C6E-9D74-24B4DD0D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28 / 50</a:t>
            </a:r>
          </a:p>
        </p:txBody>
      </p:sp>
    </p:spTree>
    <p:extLst>
      <p:ext uri="{BB962C8B-B14F-4D97-AF65-F5344CB8AC3E}">
        <p14:creationId xmlns:p14="http://schemas.microsoft.com/office/powerpoint/2010/main" val="192509038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06C8A2-CA6A-443C-8FF7-B3B1CB62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734C3-FC14-420E-A87A-3936696B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 · 실시간으로 끌어가는 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DBCB5A-CF5B-438E-8281-F5F26527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관찰하고, 보여주고, 케어한다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6E4C55-2C7F-4178-93C6-4A3674A38A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426374d9fb487e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BE429-178A-42DF-98E2-B131F927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대상 파악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87FCA1-C8D9-4B4B-85B1-AB43173D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유형과 이해도를 파악한다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2104F-85A0-4DEB-9E9D-3B7B0F323C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2aa676ffb4984"/>
          <a:stretch xmlns:a="http://schemas.openxmlformats.org/drawingml/2006/main"/>
        </p:blipFill>
        <p:spPr>
          <a:xfrm xmlns:a="http://schemas.openxmlformats.org/drawingml/2006/main">
            <a:off x="6334125" y="27146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84E70C-8761-4136-A021-D4F1BDE8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집중과 계속 시도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4D461-F7A2-4089-B1A1-929EBCBB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계속된 시도로 객관적 데이터를 쌓는다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BE322-1E6F-4693-B444-86E144BAA0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516722e9514f10"/>
          <a:stretch xmlns:a="http://schemas.openxmlformats.org/drawingml/2006/main"/>
        </p:blipFill>
        <p:spPr>
          <a:xfrm xmlns:a="http://schemas.openxmlformats.org/drawingml/2006/main">
            <a:off x="723900" y="38195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7FF2C3-4A12-48E0-8B1E-7F1EF989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상황에 맞는 피드백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8E2616-ECF6-40EC-8A18-2F7D6821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칭찬 · 즉시 CS · 넘버 피드백 / 2시간마다 콜백싯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725701-8A7D-4620-B94B-3F8B7F9981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71bd4454b14763"/>
          <a:stretch xmlns:a="http://schemas.openxmlformats.org/drawingml/2006/main"/>
        </p:blipFill>
        <p:spPr>
          <a:xfrm xmlns:a="http://schemas.openxmlformats.org/drawingml/2006/main">
            <a:off x="6334125" y="38195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E7555C-BEA9-4511-80AD-436F948B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Showing Is The Best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FA1161-F884-478B-B074-18CD5E04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쉽고 빠른 벨로 직접 보여준다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B5CB1F-F821-4469-858C-7776FB551F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250960cee4e11"/>
          <a:stretch xmlns:a="http://schemas.openxmlformats.org/drawingml/2006/main"/>
        </p:blipFill>
        <p:spPr>
          <a:xfrm xmlns:a="http://schemas.openxmlformats.org/drawingml/2006/main">
            <a:off x="723900" y="49244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9A754-D804-4951-8F52-B54BF38A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네거티브 파악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050C2-86BA-47F2-85EB-1C60FF24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빠르게 해결하고 멘탈을 케어한다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740F10-CFC4-41C2-B085-6ED9475836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6f2f3e665d49db"/>
          <a:stretch xmlns:a="http://schemas.openxmlformats.org/drawingml/2006/main"/>
        </p:blipFill>
        <p:spPr>
          <a:xfrm xmlns:a="http://schemas.openxmlformats.org/drawingml/2006/main">
            <a:off x="6334125" y="49244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F75501-7DD1-4B5F-9958-C41626BF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좋은 소식 공유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2EEAE5-CFD9-407A-BD05-99A3062A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시민의 응원과 후원자가 남긴 후원 사유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B6FBCD-5BB3-4013-9191-93D1D08F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29 / 50</a:t>
            </a:r>
          </a:p>
        </p:txBody>
      </p:sp>
    </p:spTree>
    <p:extLst>
      <p:ext uri="{BB962C8B-B14F-4D97-AF65-F5344CB8AC3E}">
        <p14:creationId xmlns:p14="http://schemas.microsoft.com/office/powerpoint/2010/main" val="207284656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76CBFE-2C4E-41B6-B9EB-FFA5D14BB1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d477f081e5493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9A747-0A1A-423D-994E-061FCB7E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B0278F-63F0-4AAB-A3FB-D7A675E6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 · 하루를 남기는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385D5D-66CD-4681-8F85-5D3C8D0D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오늘을 복기하고 내일을 설계한다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64F92-78B7-4F7B-9763-3C45CC04E4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fec8c6017d4a0c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A4583-2A33-40A0-950A-BE5F1437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소감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AB128-B3B5-4A96-825E-54D7CE51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 어땠는가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배웠고, 무엇이 좋고 아쉬웠는가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1CA21C-A453-4209-ADF3-7AA171D55B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093839d7f24fc6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9E466-4E10-4859-A166-4D2C0EAE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콜백싯 기준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7E4FE1-6C20-4919-9935-BA3CC8A7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함께 필드한 사람들의 넘버를 비교한다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넘버 · 스킬 · 태도의 보완점을 이야기한다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BA4C57-6CFF-4622-8866-6093DDFA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30 / 50</a:t>
            </a:r>
          </a:p>
        </p:txBody>
      </p:sp>
    </p:spTree>
    <p:extLst>
      <p:ext uri="{BB962C8B-B14F-4D97-AF65-F5344CB8AC3E}">
        <p14:creationId xmlns:p14="http://schemas.microsoft.com/office/powerpoint/2010/main" val="32239774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960179-F005-4BA3-A613-CFF96B86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7E33EB-0DB7-4F3C-96D3-854FAC17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기본 5일 교육 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725DA-0E90-4776-9A6C-23C0702B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교육 일정을 미리 안내한다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0158A-4945-428A-A0CA-9C5760AE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A10BC5-C11D-4CCB-B16C-43CB8A83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0EBF7-BB48-4083-8848-47B4CA1D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BC20F-38DC-4056-81D6-14520108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작성법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DD766-C64E-47D4-AE57-5D96BE5F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51AA5-22C1-46FB-B64B-86078E01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CEA0B-1097-4D2B-B4E3-343CA41B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6EE518-CB60-4742-92B5-36B56FAC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분석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98EB3C-1855-4F30-A620-C9A7F00D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Contact to Stop</a:t>
            </a:r>
          </a:p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부스 컨트롤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738282-DCDE-4E2D-B175-2F78FB87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7F9CB0-B552-4303-B6C5-C962F4F5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74A6E1-F96F-42EA-B082-AD409B56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B33B73-6EC9-4CD6-A818-08B91172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85CDFE-B6DE-4CCF-8C2F-C494FE02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표준 흐름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660039-45B3-427B-BB05-099EE0DF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08009-701B-4378-8E42-E56D3868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F41BB2-92E4-492F-A863-AA5EDBA3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5DC75E-EE74-41E6-A7C4-1ABD5FE0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3338B1-D524-4723-A014-BED21DB2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클로징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D08FEF-1F1F-4140-A20B-35298298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F678B1-6A55-41DC-8F28-6F227CF1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E3D215-2511-4A72-8995-ED93B708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A34E5D-6E5E-4043-B092-2D860A91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약정서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8072F9-FA81-4704-B37B-B9978518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리해쉬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889C7A-0360-4639-AB1B-460BDFDA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31 / 50</a:t>
            </a:r>
          </a:p>
        </p:txBody>
      </p:sp>
    </p:spTree>
    <p:extLst>
      <p:ext uri="{BB962C8B-B14F-4D97-AF65-F5344CB8AC3E}">
        <p14:creationId xmlns:p14="http://schemas.microsoft.com/office/powerpoint/2010/main" val="61979560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78A3B-15D9-48F7-9A15-9750FD173C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916df0ab5495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AE1A9-CE2B-4CBA-BF28-CE81245E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17180-BF85-4373-9104-748F8E7B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필요한 말인가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3CC42-3AF8-4113-BA9A-786F7CC4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싶은 말보다, 상대에게 정말 필요한 말인지 먼저 고민한다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D49E7-B4D3-4401-B805-CCF8ED4D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32 / 50</a:t>
            </a:r>
          </a:p>
        </p:txBody>
      </p:sp>
    </p:spTree>
    <p:extLst>
      <p:ext uri="{BB962C8B-B14F-4D97-AF65-F5344CB8AC3E}">
        <p14:creationId xmlns:p14="http://schemas.microsoft.com/office/powerpoint/2010/main" val="4634890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A2E363-6F62-4D03-9027-9DAE869B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0ACADA-7A85-4FF6-B751-08C19BDB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다섯 가지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907CB-6F28-47A8-B008-C46595FC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좋은 의도만으로는 충분하지 않다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E8CA6-7D4C-4528-ADD3-EB2A8B11CD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f358c1cbb4390"/>
          <a:stretch xmlns:a="http://schemas.openxmlformats.org/drawingml/2006/main"/>
        </p:blipFill>
        <p:spPr>
          <a:xfrm xmlns:a="http://schemas.openxmlformats.org/drawingml/2006/main">
            <a:off x="723900" y="26860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776E9-9ED1-401B-9DDA-3E54B059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14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02C11C-96BD-4BA6-A98D-01AD0882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14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감정·느낌 대신 넘버 · 스킬 · 태도를 기준으로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20C5F-C4F6-4DF8-9D78-5B6F6AF68D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813f3d14c4470"/>
          <a:stretch xmlns:a="http://schemas.openxmlformats.org/drawingml/2006/main"/>
        </p:blipFill>
        <p:spPr>
          <a:xfrm xmlns:a="http://schemas.openxmlformats.org/drawingml/2006/main">
            <a:off x="723900" y="33528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A357A6-1FB2-4244-B575-67390A9C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813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 필요한 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2915C1-0AF5-41AC-8539-183437C7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813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하고 싶은 말인지 먼저 점검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FB4FE-A762-45E4-BBEB-6B93E2C3C9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c51bbc8a24ad0"/>
          <a:stretch xmlns:a="http://schemas.openxmlformats.org/drawingml/2006/main"/>
        </p:blipFill>
        <p:spPr>
          <a:xfrm xmlns:a="http://schemas.openxmlformats.org/drawingml/2006/main">
            <a:off x="723900" y="40195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CD339B-0B01-4E2F-BE60-38325C34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481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KISS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25D5F-C159-4A1F-AEEA-A43403B2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481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간단 · 명료 · 눈높이, 공감할 수 있는 예시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88A5FF-6404-4A5A-8117-3EA01F9AAB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0d0a21de74875"/>
          <a:stretch xmlns:a="http://schemas.openxmlformats.org/drawingml/2006/main"/>
        </p:blipFill>
        <p:spPr>
          <a:xfrm xmlns:a="http://schemas.openxmlformats.org/drawingml/2006/main">
            <a:off x="723900" y="46863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C4D11-B73D-4D80-BE3B-1E3AAE55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148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COD 공부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D6479A-F61E-46C5-9DC1-936065DC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148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올바른 정보인지 확인, 긴가민가한 말은 하지 않기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C3585D-975C-4F19-B841-7C768FC6FF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d04c2068b49a3"/>
          <a:stretch xmlns:a="http://schemas.openxmlformats.org/drawingml/2006/main"/>
        </p:blipFill>
        <p:spPr>
          <a:xfrm xmlns:a="http://schemas.openxmlformats.org/drawingml/2006/main">
            <a:off x="723900" y="53530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9D37B1-9062-4F0A-B3D3-A5E84DC8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타이밍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7ECB3D-7976-493F-9A32-0477BF89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필수 상황 외에는 2시간에 1번, 그 사이는 개인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81F824-5AB3-4B13-B397-7FB41676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수용이 빠른 신입, 주거테리·유동이 적은 B패턴에는 전략적으로 활용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005CDA-AC1E-4139-846B-BCF36C64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33 / 50</a:t>
            </a:r>
          </a:p>
        </p:txBody>
      </p:sp>
    </p:spTree>
    <p:extLst>
      <p:ext uri="{BB962C8B-B14F-4D97-AF65-F5344CB8AC3E}">
        <p14:creationId xmlns:p14="http://schemas.microsoft.com/office/powerpoint/2010/main" val="24571630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0FBFB3-0E71-43D2-BD48-8FAAF9E8B8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36d8a937b45c2"/>
          <a:stretch xmlns:a="http://schemas.openxmlformats.org/drawingml/2006/main"/>
        </p:blipFill>
        <p:spPr>
          <a:xfrm xmlns:a="http://schemas.openxmlformats.org/drawingml/2006/main">
            <a:off x="3852333" y="1952625"/>
            <a:ext cx="6773333" cy="3810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8ACAF-5C7D-430D-8FCA-249924D6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80EE1-7915-464C-98D8-EDF8841A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샌드위치 기법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5FF52A-768B-4A51-8FD4-55E6B1B6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긍정으로 시작하고, 개선점을 전하고, 다시 긍정으로 마무리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4A066-A033-468A-A35D-10435F53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0F1A1-9A8D-4244-AEF7-B9755C45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좋았던 행동을 구체적으로 인정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529BD-B3B0-40BE-84A6-70B5849D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개선점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E173F5-12D3-4800-B8DE-86BB6D2A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바꿔볼 한 가지를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B651E5-858A-40C2-98ED-FF185647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EDA24-74A4-4474-A22A-7BF7876E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잘할 수 있다는 믿음으로 마무리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F8FAFF-752E-4FA3-87E9-21A0B055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“이것도 저것도 좋았는데, 이 부분만 이렇게 바꿔보면 어떨까요?”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8E8733-5570-466E-80A6-687F00DD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34 / 50</a:t>
            </a:r>
          </a:p>
        </p:txBody>
      </p:sp>
    </p:spTree>
    <p:extLst>
      <p:ext uri="{BB962C8B-B14F-4D97-AF65-F5344CB8AC3E}">
        <p14:creationId xmlns:p14="http://schemas.microsoft.com/office/powerpoint/2010/main" val="162504572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DF1251-E014-4CBA-90F2-D249D04BB9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c7a0dd06440ec"/>
          <a:stretch xmlns:a="http://schemas.openxmlformats.org/drawingml/2006/main"/>
        </p:blipFill>
        <p:spPr>
          <a:xfrm xmlns:a="http://schemas.openxmlformats.org/drawingml/2006/main">
            <a:off x="1284878" y="2286000"/>
            <a:ext cx="2173695" cy="257175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A9118-8957-4981-973E-2B22220AA0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11fa5ea684579"/>
          <a:stretch xmlns:a="http://schemas.openxmlformats.org/drawingml/2006/main"/>
        </p:blipFill>
        <p:spPr>
          <a:xfrm xmlns:a="http://schemas.openxmlformats.org/drawingml/2006/main">
            <a:off x="5007201" y="2286000"/>
            <a:ext cx="2177597" cy="257175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D477C-89D8-47B0-8C55-362361A4BB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4b5ca9a384ddc"/>
          <a:stretch xmlns:a="http://schemas.openxmlformats.org/drawingml/2006/main"/>
        </p:blipFill>
        <p:spPr>
          <a:xfrm xmlns:a="http://schemas.openxmlformats.org/drawingml/2006/main">
            <a:off x="8733428" y="2286000"/>
            <a:ext cx="2173695" cy="2571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401E5-6642-4D2A-B2C8-FB372FCA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02 · 필드 적용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032F4-0AC6-4014-ABCF-0F607A68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SBI 모델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866E8-E091-475D-B940-6F4596B5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상황을 짚고, 행동을 제안하고, 그 영향을 설명한다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4FD3B-30A8-4080-A590-52833E5D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 · Situation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7E7E35-BE20-43F4-A15D-615ABA67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911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6DCD1-C345-4A69-8538-C2DD25EF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5782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시민이 바빠하며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그냥 지나가려 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CADEB3-B9FD-4099-B2DE-3918D834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02920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B · Behavior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912D6-6B1A-4B74-B26F-A9024FE2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9911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ED968-5917-4B75-B4C7-3C2E6382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45782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쿠션 멘트로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부담 없이 말을 건넨다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7B384-4F65-48EE-8DC5-B7C60D53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2920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I · Impact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A3F953-4CFF-4B2E-B1F6-C8B7DF06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9911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영향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6CD0D0-C788-4968-AC76-93060454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45782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대화의 부담을 줄이고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이야기할 기회를 만든다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281B5D-1006-4DE0-99A1-8A91E64E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“시민이 바빠하실 때, 짧게 쿠션 멘트를 건네면 대화의 부담을 줄일 수 있어요.”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FE13E-F98E-4B14-AC73-BF974A96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35 / 50</a:t>
            </a:r>
          </a:p>
        </p:txBody>
      </p:sp>
    </p:spTree>
    <p:extLst>
      <p:ext uri="{BB962C8B-B14F-4D97-AF65-F5344CB8AC3E}">
        <p14:creationId xmlns:p14="http://schemas.microsoft.com/office/powerpoint/2010/main" val="96911761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457781-3642-4CF2-8391-CDB68A4C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92ADE-75DA-4220-8153-425F1513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5R 코칭법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F64B4F-667A-4BE6-92AE-2AA286A9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디테일한 발전을 위한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9E6DB-C97A-4382-B286-EBEEA3B7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93009-CDAC-4459-9D0E-024B55F7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관계형성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CF22D-4E60-4998-AF66-C4E544F4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6D886-BB65-4085-AFBB-14BE14B9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목표설정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2F63F8-30A0-4E8C-A5BD-1D3E848A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A15817-9F2B-4FDB-8D35-097D92B9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현실 장애물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61B67-0B7C-44FA-B626-1F10531F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Resources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EA9FE-3F58-4CDB-A360-D25A77B1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해결자원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5CB4B-E997-40AF-9D21-C0E96E18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Responsibility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4CB2E5-5BD7-405B-B704-8454C305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책임지기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FD3871-6C1D-4A4E-9456-8AB60D53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목표는? 장애물은? 그럼에도 해결할 방법은? 언제까지 무엇을 할지 약속하고 지킨다.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840FB7-1D43-42AB-947F-B625FC3F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36 / 50</a:t>
            </a:r>
          </a:p>
        </p:txBody>
      </p:sp>
    </p:spTree>
    <p:extLst>
      <p:ext uri="{BB962C8B-B14F-4D97-AF65-F5344CB8AC3E}">
        <p14:creationId xmlns:p14="http://schemas.microsoft.com/office/powerpoint/2010/main" val="119386553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3FFD6-E942-458B-A158-62D810D0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D1E847-98D5-46D5-A1C9-8FDF148F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트레이너도 콜백싯을 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60996C-4BF3-459C-93D0-1BD40A4D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신입을 위해 무엇을 챙겼는가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42C7C8-B2E2-4316-978A-EB1891C0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76500"/>
            <a:ext cx="49530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8C09C-014C-4ACB-968C-DC9E9ED9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714625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73766E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73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73766E"/>
                </a:solidFill>
                <a:latin typeface="Apple SD Gothic Neo"/>
                <a:ea typeface="Apple SD Gothic Neo"/>
                <a:cs typeface="Apple SD Gothic Neo"/>
              </a:rPr>
              <a:t>TRAINER'S DAILY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51673-944C-4E15-A661-999C01F0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990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rPr>
              <a:t>트레이너 콜백싯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418B46-6B76-4C36-8B67-580306A4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457575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rPr>
              <a:t>오늘의 지원을 돌아보고, 내일의 보완점을 남긴다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061A98-1363-46E1-BD93-17938ABD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91477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2908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2E2B7-345F-4E00-88B4-308260D8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8620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9BED5-7155-445D-8315-3B3B26B3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5290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86EEFF-042B-44B4-A130-4CE2F5E6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5095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89EFD-2600-4BD1-9C1A-942E0FF1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47975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0154C6-F9C6-4C8A-809E-C10FDAA0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5095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준비 / 시도하게 하는 피드백</a:t>
            </a:r>
          </a:p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없는 시도 횟수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0F8CE2-076F-41DF-B3DA-932D1D49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5529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2908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2E7C8-070C-463F-B438-90806CFF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24375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07AFC4-65CC-4AA7-8CAE-90ED7D22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91075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AF06BA-C93F-44A0-8941-0CFCE21D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5095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61F58F-B02C-457C-A108-6EAE0401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FCECAF-E810-4E89-9BED-FCD1B847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5095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약한 부분 즉시 교육 / 어떤 스킬이든 보강</a:t>
            </a:r>
          </a:p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바로 쓸 수 있게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7F8778-DA29-432F-A32B-902AF1747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911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2908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C66F9F-9990-4D01-9041-16BD580A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6255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194B0-3871-4717-80FB-1063B0A08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42925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632E9-27FE-4B48-BDBA-E24E10AA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5095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2F68D9-12EE-4BD7-9993-617B552D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91125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B01DFF-8E77-449B-B072-8833274D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5095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불안·두려움 제거 / 방해되는 마음 케어</a:t>
            </a:r>
          </a:p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필드에 온전히 집중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56FBF5-F9BF-41FA-983F-3032311F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콜백싯이 신입을 키우듯, 트레이너의 콜백싯이 트레이너를 키운다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99CB3F-DD70-44EF-81C9-29662CA2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37 / 50</a:t>
            </a:r>
          </a:p>
        </p:txBody>
      </p:sp>
    </p:spTree>
    <p:extLst>
      <p:ext uri="{BB962C8B-B14F-4D97-AF65-F5344CB8AC3E}">
        <p14:creationId xmlns:p14="http://schemas.microsoft.com/office/powerpoint/2010/main" val="47930515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2C256-87C4-4228-95D2-291C4677CC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d23670aa5402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A297E2-0804-4696-BB4D-42D91AF7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FFC4CF-ED6C-4674-9DAB-CE207C60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혼자 설 수 있는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6주를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9946C2-D559-4156-B5B5-EC2B3D2C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전략적인 스케줄과 필드 시간 확보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613D9-0847-4672-804B-57E5F832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38 / 50</a:t>
            </a:r>
          </a:p>
        </p:txBody>
      </p:sp>
    </p:spTree>
    <p:extLst>
      <p:ext uri="{BB962C8B-B14F-4D97-AF65-F5344CB8AC3E}">
        <p14:creationId xmlns:p14="http://schemas.microsoft.com/office/powerpoint/2010/main" val="16159914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C89D1-C20A-48D0-A226-38946DA3EB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b5842f2fb4fd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B9DEF0-D10A-4B28-B0C1-D52D7948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4A726-BB5A-4A26-8320-B7F0DBE0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자립을 위한 6주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37C768-A831-4C65-9C0E-E4CBAC03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성장 속도에 맞춰, 단계별로 모니터링한다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675C1C-FAAD-4828-BAD3-7DC3CE1C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1–2주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20C1B-13F8-4612-B49E-2C57EF80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E43BC8-AD2B-4ECA-B3C9-FFDE6C553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2주 이내 달성이 이상적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스케줄과 필드 시간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3BAE9-E899-4D3E-9E88-6B1D6194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3–5주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5EEA0-A496-4FAE-821E-6189542B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로드트립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CA6279-E0D0-416D-B5EF-0127F62E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 활용하며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성장 과정을 모니터링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EDAE5A-86E9-4815-BCBB-656C3E37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약 6주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1ACA6-3F47-423D-916A-8632D750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적응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2E1DB-BCEC-4603-8876-C93EE3CA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Self 시점 사전 안내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심리적 준비와 실전 역량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7A4ECA-2EB5-496F-86DD-9619FBF4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6주는 원본의 트레이닝 운영 기준이며, 개인별 적응 속도를 고려한다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94294E-24A1-454D-A396-00EC97B7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39 / 50</a:t>
            </a:r>
          </a:p>
        </p:txBody>
      </p:sp>
    </p:spTree>
    <p:extLst>
      <p:ext uri="{BB962C8B-B14F-4D97-AF65-F5344CB8AC3E}">
        <p14:creationId xmlns:p14="http://schemas.microsoft.com/office/powerpoint/2010/main" val="14071737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ADF20B-E893-45BC-AA01-FB32C49B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5B66C7-DCD7-42C1-B0E1-7528E458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세 가지 핵심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1B3BD1-5A7B-45AA-AFCC-20FEB7B6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자발적으로 성장할 수 있는 환경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9E61AC-DD37-438C-892B-B8690A8187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2c19a01d847ed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2F9418-AB09-40FD-86D6-BC804248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성취감 제공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817518-00DB-4DD9-8A20-B59510C8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920AF3-CFD3-424E-B980-D7A10659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두려워하면 돕고, 아니면 혼자 하게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두려움의 수준을 먼저 파악한다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792CE1-33C0-4A86-9C9F-9B9D2A5E6E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c18eace784be8"/>
          <a:stretch xmlns:a="http://schemas.openxmlformats.org/drawingml/2006/main"/>
        </p:blipFill>
        <p:spPr>
          <a:xfrm xmlns:a="http://schemas.openxmlformats.org/drawingml/2006/main">
            <a:off x="4413250" y="28575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A0CB9-4BE8-41A5-BFF1-DED22BFA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463BBD-58EF-4526-9AD3-90C51CA0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안전하게 도전한다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D230C3-E9A5-4B43-8CEF-D73BA8FF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초기에 충분한 서포트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점진적으로 독립성을 부여한다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460098-9C96-4D65-AB48-999BFAB304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b5f8dde9ca423e"/>
          <a:stretch xmlns:a="http://schemas.openxmlformats.org/drawingml/2006/main"/>
        </p:blipFill>
        <p:spPr>
          <a:xfrm xmlns:a="http://schemas.openxmlformats.org/drawingml/2006/main">
            <a:off x="8102600" y="28575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7236FF-43AB-4164-8500-33D3DFEC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3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인정과 칭찬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499E6-7F9C-477B-83D7-044DDDDC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스스로 깨닫게 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25F62E-7DB0-496B-8BA4-6C4A2C44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인정받을 때 주도적이 된다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혼냄보다 인정과 칭찬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3FD5D0-D87B-4AF3-8D25-A7FBD7B0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40 / 50</a:t>
            </a:r>
          </a:p>
        </p:txBody>
      </p:sp>
    </p:spTree>
    <p:extLst>
      <p:ext uri="{BB962C8B-B14F-4D97-AF65-F5344CB8AC3E}">
        <p14:creationId xmlns:p14="http://schemas.microsoft.com/office/powerpoint/2010/main" val="189186121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2D2D3B-F8E2-4EAA-A4A8-05DCC902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ADC89-D2DD-4F90-B87A-F23FCE22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캔슬 관리와 그로스 집중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276C4-CA04-4557-83B3-1034A1D4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두려움이 세일즈 확신을 떨어뜨리지 않도록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7A81D-69BA-4313-930A-01121B86CE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59a21df38e4197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5C595-2448-4576-BBF0-6CE64E07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E2D565-CC8B-4548-8AE0-9C8E31F4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캔슬은 지점 차원에서 관리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BEP 대비 세일즈 타겟과 최종 수익을 분명히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EA6566-C92B-490D-9EC4-EA4938F7CC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3249befd24bed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040D5A-4A01-4531-8C4B-62536FBE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79A7D0-8DAF-4744-BF3B-F995DF02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그로스(Gross)에 집중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리젝을 자연스러운 일로 받아들일 심리적 준비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CAD50-3A85-4C6A-A61C-C75C9587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원본의 안내 기준: 리젝 20–30% 가능성 / 하이롤러 1일 1건 리젝 리스크, 주 10세일즈+ 사전 프리엠티브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346501-1ECF-4F98-8950-6D64CD28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41 / 50</a:t>
            </a:r>
          </a:p>
        </p:txBody>
      </p:sp>
    </p:spTree>
    <p:extLst>
      <p:ext uri="{BB962C8B-B14F-4D97-AF65-F5344CB8AC3E}">
        <p14:creationId xmlns:p14="http://schemas.microsoft.com/office/powerpoint/2010/main" val="68180060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9A4432-7077-47F6-BD3A-5ADCDF8E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E0EC5-5645-4083-98D2-284A394F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매슬로우 5단계 욕구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9066C-84B2-40F9-962A-8727FAA4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다음 단계로 나아가도록 돕는다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5F8CF-705A-4CCB-A247-C58CE0CE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CA2CB-5223-4D1A-B3DD-1D5274F4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생리적 욕구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09E78-45B4-42D2-972C-4A21BC9A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생계와 수입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39B0CC-17FF-47D9-AC77-A912974A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8862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F1C1C9-7AD3-4C68-B6C0-A2D51252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4767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7D39C-0736-435C-BB76-484B0150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50768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 제거, 안전한 도전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FD6BF-D8E5-4F21-8DDF-AFA5AAA8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4861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17B11-1790-43AB-810C-72CFFD1E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0767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소속·애정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1794-770F-4999-9600-AF879592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6767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팀의 일원이라는 소속감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E3D9C6-8B23-4F2D-9610-13CF6A44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0861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D754D-1753-45C1-BF99-32C4C800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766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존중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D15089-5733-4885-BF5B-5C068419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2767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인정과 칭찬, 성취를 알아주기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0E5EC8-E962-4457-B1A6-9ACC4933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860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720C9E-44CD-4DD2-AED3-F8058B40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2766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자아실현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7A7863-000B-48D2-AA4F-C19FD443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8766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더 큰 목표, 스스로 리더로 성장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07C15E-AA55-4A7F-9071-367E52B1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원본에서 제시한 트레이닝 해석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AFFC7C-A079-4D7A-A3ED-85854FC1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42 / 50</a:t>
            </a:r>
          </a:p>
        </p:txBody>
      </p:sp>
    </p:spTree>
    <p:extLst>
      <p:ext uri="{BB962C8B-B14F-4D97-AF65-F5344CB8AC3E}">
        <p14:creationId xmlns:p14="http://schemas.microsoft.com/office/powerpoint/2010/main" val="6279493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37C586-4249-4B8D-B3D0-64CBF3D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AA12E-BC9D-491C-999D-DAD4780F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결과를 함께 책임진다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65306F-7554-4D97-A592-53667A54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원칙, 그리고 Case by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57B282-5729-4D1A-B1BE-DA0459E3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63E7F-F0C4-48FA-A6C5-CB4CB2B5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트레이너의 책임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F702FE-61CF-4214-AA04-DFEA0229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F7F745-654C-4321-9568-BAD2FD89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책임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F2CFCF-C56A-4C7E-90D1-0F52C28A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43 / 50</a:t>
            </a:r>
          </a:p>
        </p:txBody>
      </p:sp>
    </p:spTree>
    <p:extLst>
      <p:ext uri="{BB962C8B-B14F-4D97-AF65-F5344CB8AC3E}">
        <p14:creationId xmlns:p14="http://schemas.microsoft.com/office/powerpoint/2010/main" val="186334221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717832-CAAB-4B56-B533-09DB236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D2C88-9D10-4957-95D1-30AF4E22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Stay / Qualifying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6AD16-B3AC-42CC-A65D-89640527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오너와 상의하고 개별 상황을 고려한다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7EF70C-DD86-4258-85E7-56FABA249D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994c3aabe141b3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A3AE4-5F9F-437C-A411-2A1591C3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71B37B-32CF-402D-96B7-9F95B876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결과가 좋거나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기준 도달에 확신이 있을 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12528-358A-419C-A8FB-1871F8CA29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be0f2c60e45ca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4E9E5-E5DC-495D-9F0D-130D0156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QUALIFYING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939FC3-3949-455E-9125-4EC7AD2C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최소 기준 도달이 어렵고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확신이 없을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C8EDE6-F549-4612-8B43-9D5013E7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 위에서, 개별 상황에 맞춰 최선의 결정을 내린다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004EF-6BC6-4E42-9391-972A1A6F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44 / 50</a:t>
            </a:r>
          </a:p>
        </p:txBody>
      </p:sp>
    </p:spTree>
    <p:extLst>
      <p:ext uri="{BB962C8B-B14F-4D97-AF65-F5344CB8AC3E}">
        <p14:creationId xmlns:p14="http://schemas.microsoft.com/office/powerpoint/2010/main" val="152421745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0DF13A-DD66-4DC5-99CA-8BA2E63EAC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0a3cfe7254e6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DB16EA-6DC7-472E-B8D1-0F77463A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『에밀』에 관한 원본 강의자의 해석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C3CA6-3B88-46C4-BCA2-F0B7BAAA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알고 싶고,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욕구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6D9D1-C9B1-4EE9-B701-6851D002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가르침보다 먼저 마음이 움직이게 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F3EE97-D61D-4FE8-8CDD-A8761C99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45 / 50</a:t>
            </a:r>
          </a:p>
        </p:txBody>
      </p:sp>
    </p:spTree>
    <p:extLst>
      <p:ext uri="{BB962C8B-B14F-4D97-AF65-F5344CB8AC3E}">
        <p14:creationId xmlns:p14="http://schemas.microsoft.com/office/powerpoint/2010/main" val="139288954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9C8A7-4A3A-4A50-BACD-61EF84F0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6FB165-FA29-41BB-9452-50012444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우리의 트레이닝과 닿아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1D5933-19F3-415F-BB70-6CCB4F77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결국 신입에게 답이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F74A91-711A-4222-A7B9-CB5166FC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배우고 싶게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5D4075-3C60-4A79-B5D8-57819E64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지식보다 먼저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호기심과 욕구를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19717-C13A-4DB3-9562-BD127BB5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47112-728D-41C7-8BBC-68BC74C5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앞서지 말고 관찰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8C65B-381D-4BB0-99EB-1E1EF7E9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깨닫게 두고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필요할 때 돕는다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2C271C-A732-4C1E-8C73-D3D274CC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BB4FCD-F2A9-4A05-8BC3-E80251D8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경험이 곧 배움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448F0-30DE-46F2-9AC7-4E518960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어려움 속의 경험으로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자란다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E9C971-DED0-475C-8C0B-A0F91C74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BC08C7-B31A-4A6F-AB58-E370BA76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46 / 50</a:t>
            </a:r>
          </a:p>
        </p:txBody>
      </p:sp>
    </p:spTree>
    <p:extLst>
      <p:ext uri="{BB962C8B-B14F-4D97-AF65-F5344CB8AC3E}">
        <p14:creationId xmlns:p14="http://schemas.microsoft.com/office/powerpoint/2010/main" val="58256713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2F6E7A-8ADA-467C-8C4F-E507E5B1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0651A1-A0EF-4C31-9F6A-65A4E71C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9B996-E90D-4821-B373-EA22A27D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CA24E-2711-44DD-B539-FA1F13C3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A597BF-C757-45BC-BBAE-F7C7E024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세일즈웍스의 첫 번째 목표여서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998D74-1096-4CD9-B5EC-4BE95DA3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BBB8DC-9C08-4713-B990-EE4D41B7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 가치관이 담긴 팀을 만들 수 있어서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2AB95A-4380-47A6-AC72-862E56B9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002421-F343-4E6F-94CF-B9F2A39B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누군가의 리더가 된다는 것이 기뻐서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FAD4C4-F32A-4BE7-944E-3A1BB12F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6C6BA-2BD0-4476-9B5B-3FE3DEF8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‘OO리’라 불리는 친근함이 좋아서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F3475-EB8B-43CD-BB8F-A5339A27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6E4751-EC88-4953-9C20-CB17FE50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조끼·피치카드·사물함을 쓸 수 있어서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B43372-D704-47D0-9408-9C6BC3A9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7BEE7-6BBB-407B-8DFD-1999FF9B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리더라는 위치가 동기부여가 되어서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FF032-3C13-4ECD-B85C-B343FD5A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515733-A491-441C-B016-ECB238A1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상위 프로모션에 도전할 수 있어서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DC744F-06BD-41EC-918C-D14BEC8B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2FB2D6-CF9B-4021-92C5-553FDF38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 부담이 아닌 더 큰 비전으로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507D32-5938-41B7-A645-B1995546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E4FF8A-B625-4083-9CC8-81A51A0C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81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섬기고 돕는 자리에서만 배울 수 있어서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D1CEA9-1783-47C8-A4E5-CCC39D35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47 / 50</a:t>
            </a:r>
          </a:p>
        </p:txBody>
      </p:sp>
    </p:spTree>
    <p:extLst>
      <p:ext uri="{BB962C8B-B14F-4D97-AF65-F5344CB8AC3E}">
        <p14:creationId xmlns:p14="http://schemas.microsoft.com/office/powerpoint/2010/main" val="116996860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EE88E-F01D-4DF7-BDA4-4E82DEB791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ab684583b24f1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9A292-92FD-47A3-AC9C-BEC406CA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열 번째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7960A-EC39-4FBF-9EBE-78144974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기다릴 줄 아는 리더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35D4EF-7EB4-473A-873E-A6032C24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아주 먼 곳까지 내다보되, 앞서 달음박질하지 않고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언제든 따라올 수 있도록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6D20C-5E59-44F9-8901-07CB4DAC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48 / 50</a:t>
            </a:r>
          </a:p>
        </p:txBody>
      </p:sp>
    </p:spTree>
    <p:extLst>
      <p:ext uri="{BB962C8B-B14F-4D97-AF65-F5344CB8AC3E}">
        <p14:creationId xmlns:p14="http://schemas.microsoft.com/office/powerpoint/2010/main" val="253444048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A1D762-4BAA-4D13-A814-A95379D8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B7CE21-5139-4792-B1E0-12C724BA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 트레이닝, 한 장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35FB0-F7B0-4923-B86E-90CF3B81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세일즈하는 신입으로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901A2-5A9E-4F6D-9007-7231DFE8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5B5D1-01E5-4F4A-B523-FCEC1F91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37647C-23DE-4A42-8EE4-C2F6DA8F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 후 반응·태도 관찰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 / 두려움 제거 / 프리엠티브 / 제로 방지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EBB25-B850-46AD-B995-7D6DF1B7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BEDF3-1DAC-4A96-9667-965DCB11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학습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A34BD-C72B-4219-9392-746D79C5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 세일즈 1개 함께 달성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학습력·성장성 / 개선점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25B3F8-3AFF-4A65-82C1-0A893B84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DBE58-A6A8-4A96-83A4-AC20374B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판단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047FE-A4CA-4A5C-BB15-3B646CD0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 사이트 선택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 패턴 / 오너와 Stay·Qualifying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F9BC84-DF15-40C9-8444-C7A6932B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C70BF5-B4BE-4171-8310-9F5B277E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태도와 스킬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5C3EE6-D816-4A7E-AAF8-E9827563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성취감 / 인정과 칭찬 / 스스로 깨닫게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/ TAAIS / 쿠션 멘트 / 약점별 보강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0B112-CC56-4C58-8269-0696C680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매일: 사이트와 넘버 / 약한 스킬 보강 / 두려움 제거 / 신입 콜백싯 함께 점검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08E572-829E-4B8C-AC05-EEBD2F71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49 / 50</a:t>
            </a:r>
          </a:p>
        </p:txBody>
      </p:sp>
    </p:spTree>
    <p:extLst>
      <p:ext uri="{BB962C8B-B14F-4D97-AF65-F5344CB8AC3E}">
        <p14:creationId xmlns:p14="http://schemas.microsoft.com/office/powerpoint/2010/main" val="170806460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8A5278-0012-4652-B72E-0DFB778CF8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7be75c90e492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DF9F9C-AAFD-44D4-9D47-F587C67E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60BB7-13A7-476C-9F3F-17E0D5E1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후원의 기쁨과</a:t>
            </a:r>
          </a:p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가치를 전하는 사람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EA824-0554-478E-A35E-F675B26C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그곳이 어디든 가는 사람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5EA8F-7370-4CBB-938C-5C7EF578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904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010-5178-1713 · jaeyoung5178@naver.com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751093-7A69-485E-B797-D98D493D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50 / 50</a:t>
            </a:r>
          </a:p>
        </p:txBody>
      </p:sp>
    </p:spTree>
    <p:extLst>
      <p:ext uri="{BB962C8B-B14F-4D97-AF65-F5344CB8AC3E}">
        <p14:creationId xmlns:p14="http://schemas.microsoft.com/office/powerpoint/2010/main" val="19421737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2026-10-25T03:33:50.6630000Z</dcterms:created>
  <dcterms:modified xsi:type="dcterms:W3CDTF">2026-10-25T03:33:50.6630000Z</dcterms:modified>
</coreProperties>
</file>