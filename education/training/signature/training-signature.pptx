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baf296e7694d16" /><Relationship Type="http://schemas.openxmlformats.org/officeDocument/2006/relationships/extended-properties" Target="/docProps/app.xml" Id="R69d3139708524c27" /><Relationship Type="http://schemas.openxmlformats.org/officeDocument/2006/relationships/officeDocument" Target="/ppt/presentation.xml" Id="R6827cb41f2a640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608b3ba11d4d06"/>
  </p:sldMasterIdLst>
  <p:notesMasterIdLst>
    <p:notesMasterId xmlns:r="http://schemas.openxmlformats.org/officeDocument/2006/relationships" r:id="Rd11f172eece444cf"/>
  </p:notesMasterIdLst>
  <p:sldIdLst>
    <p:sldId xmlns:r="http://schemas.openxmlformats.org/officeDocument/2006/relationships" id="256" r:id="Rff98603219e74a4f"/>
    <p:sldId xmlns:r="http://schemas.openxmlformats.org/officeDocument/2006/relationships" id="257" r:id="R3c3405c9c2fe4271"/>
    <p:sldId xmlns:r="http://schemas.openxmlformats.org/officeDocument/2006/relationships" id="258" r:id="Rd93bf174f7d04cbb"/>
    <p:sldId xmlns:r="http://schemas.openxmlformats.org/officeDocument/2006/relationships" id="259" r:id="Ra99d7bb2a89248be"/>
    <p:sldId xmlns:r="http://schemas.openxmlformats.org/officeDocument/2006/relationships" id="260" r:id="Ra6c0d8a9fec8491f"/>
    <p:sldId xmlns:r="http://schemas.openxmlformats.org/officeDocument/2006/relationships" id="261" r:id="R92874afadac44215"/>
    <p:sldId xmlns:r="http://schemas.openxmlformats.org/officeDocument/2006/relationships" id="262" r:id="Rb2de9f9a5c0849db"/>
    <p:sldId xmlns:r="http://schemas.openxmlformats.org/officeDocument/2006/relationships" id="263" r:id="R3598aa2214af4e38"/>
    <p:sldId xmlns:r="http://schemas.openxmlformats.org/officeDocument/2006/relationships" id="264" r:id="Rfc70a9ff15f94572"/>
    <p:sldId xmlns:r="http://schemas.openxmlformats.org/officeDocument/2006/relationships" id="265" r:id="R19f3155956024a85"/>
    <p:sldId xmlns:r="http://schemas.openxmlformats.org/officeDocument/2006/relationships" id="266" r:id="Rf53477003e8a4ebc"/>
    <p:sldId xmlns:r="http://schemas.openxmlformats.org/officeDocument/2006/relationships" id="267" r:id="Rf223b3e9288f4377"/>
    <p:sldId xmlns:r="http://schemas.openxmlformats.org/officeDocument/2006/relationships" id="268" r:id="R1226d1104f0740b0"/>
    <p:sldId xmlns:r="http://schemas.openxmlformats.org/officeDocument/2006/relationships" id="269" r:id="R8b578edacbab40fb"/>
    <p:sldId xmlns:r="http://schemas.openxmlformats.org/officeDocument/2006/relationships" id="270" r:id="Rafdb43f33f9947eb"/>
    <p:sldId xmlns:r="http://schemas.openxmlformats.org/officeDocument/2006/relationships" id="271" r:id="R5c65a10ed2d145aa"/>
    <p:sldId xmlns:r="http://schemas.openxmlformats.org/officeDocument/2006/relationships" id="272" r:id="R58aedc45e95e437b"/>
    <p:sldId xmlns:r="http://schemas.openxmlformats.org/officeDocument/2006/relationships" id="273" r:id="R579ed831a50f4f65"/>
    <p:sldId xmlns:r="http://schemas.openxmlformats.org/officeDocument/2006/relationships" id="274" r:id="R45d9fc5779f64407"/>
    <p:sldId xmlns:r="http://schemas.openxmlformats.org/officeDocument/2006/relationships" id="275" r:id="R15130864a64d42cf"/>
    <p:sldId xmlns:r="http://schemas.openxmlformats.org/officeDocument/2006/relationships" id="276" r:id="Re1dc01527db94939"/>
    <p:sldId xmlns:r="http://schemas.openxmlformats.org/officeDocument/2006/relationships" id="277" r:id="R609b9778ca2842f9"/>
    <p:sldId xmlns:r="http://schemas.openxmlformats.org/officeDocument/2006/relationships" id="278" r:id="R1f14f1575b2347b4"/>
    <p:sldId xmlns:r="http://schemas.openxmlformats.org/officeDocument/2006/relationships" id="279" r:id="Ra39cc92cd7cd44a0"/>
    <p:sldId xmlns:r="http://schemas.openxmlformats.org/officeDocument/2006/relationships" id="280" r:id="R0079008cf5454429"/>
    <p:sldId xmlns:r="http://schemas.openxmlformats.org/officeDocument/2006/relationships" id="281" r:id="R1211268992474519"/>
    <p:sldId xmlns:r="http://schemas.openxmlformats.org/officeDocument/2006/relationships" id="282" r:id="R67dc0d9304134ed7"/>
    <p:sldId xmlns:r="http://schemas.openxmlformats.org/officeDocument/2006/relationships" id="283" r:id="Re2b1e646cb854ee0"/>
    <p:sldId xmlns:r="http://schemas.openxmlformats.org/officeDocument/2006/relationships" id="284" r:id="R72255fea2bb444a4"/>
    <p:sldId xmlns:r="http://schemas.openxmlformats.org/officeDocument/2006/relationships" id="285" r:id="R3f711650579d44fa"/>
    <p:sldId xmlns:r="http://schemas.openxmlformats.org/officeDocument/2006/relationships" id="286" r:id="Rd2c03eb2dfea41f1"/>
    <p:sldId xmlns:r="http://schemas.openxmlformats.org/officeDocument/2006/relationships" id="287" r:id="Rac8b8c18883b4070"/>
    <p:sldId xmlns:r="http://schemas.openxmlformats.org/officeDocument/2006/relationships" id="288" r:id="R513c3569889c4aba"/>
    <p:sldId xmlns:r="http://schemas.openxmlformats.org/officeDocument/2006/relationships" id="289" r:id="Rd64854f6adbc41a8"/>
    <p:sldId xmlns:r="http://schemas.openxmlformats.org/officeDocument/2006/relationships" id="290" r:id="Ra4cbcfb21c16497b"/>
    <p:sldId xmlns:r="http://schemas.openxmlformats.org/officeDocument/2006/relationships" id="291" r:id="Ra702ea4b5a6842dd"/>
    <p:sldId xmlns:r="http://schemas.openxmlformats.org/officeDocument/2006/relationships" id="292" r:id="R6c9d556d61254f58"/>
    <p:sldId xmlns:r="http://schemas.openxmlformats.org/officeDocument/2006/relationships" id="293" r:id="R43f0ca443bc64241"/>
    <p:sldId xmlns:r="http://schemas.openxmlformats.org/officeDocument/2006/relationships" id="294" r:id="R095fa71555384638"/>
    <p:sldId xmlns:r="http://schemas.openxmlformats.org/officeDocument/2006/relationships" id="295" r:id="Rb23da345456b4609"/>
    <p:sldId xmlns:r="http://schemas.openxmlformats.org/officeDocument/2006/relationships" id="296" r:id="R8526b26df4bc434f"/>
    <p:sldId xmlns:r="http://schemas.openxmlformats.org/officeDocument/2006/relationships" id="297" r:id="R35a0504d6df44278"/>
    <p:sldId xmlns:r="http://schemas.openxmlformats.org/officeDocument/2006/relationships" id="298" r:id="Rcba4f001497647cf"/>
    <p:sldId xmlns:r="http://schemas.openxmlformats.org/officeDocument/2006/relationships" id="299" r:id="R09315768a0f44703"/>
    <p:sldId xmlns:r="http://schemas.openxmlformats.org/officeDocument/2006/relationships" id="300" r:id="R1eca2858ec864acd"/>
    <p:sldId xmlns:r="http://schemas.openxmlformats.org/officeDocument/2006/relationships" id="301" r:id="R88735bc3de1d49c1"/>
    <p:sldId xmlns:r="http://schemas.openxmlformats.org/officeDocument/2006/relationships" id="302" r:id="Ra83eda1ce326444b"/>
    <p:sldId xmlns:r="http://schemas.openxmlformats.org/officeDocument/2006/relationships" id="303" r:id="Rb02cc23f47db4c7e"/>
    <p:sldId xmlns:r="http://schemas.openxmlformats.org/officeDocument/2006/relationships" id="304" r:id="Rd96de5fac42f40dd"/>
    <p:sldId xmlns:r="http://schemas.openxmlformats.org/officeDocument/2006/relationships" id="305" r:id="R31c572d1f76f40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b790b4a00847d5" /><Relationship Type="http://schemas.openxmlformats.org/officeDocument/2006/relationships/slideMaster" Target="/ppt/slideMasters/slideMaster1.xml" Id="R88608b3ba11d4d06" /><Relationship Type="http://schemas.openxmlformats.org/officeDocument/2006/relationships/notesMaster" Target="/ppt/notesMasters/notesMaster1.xml" Id="Rd11f172eece444cf" /><Relationship Type="http://schemas.openxmlformats.org/officeDocument/2006/relationships/presProps" Target="/ppt/presProps.xml" Id="R5741338629ef4701" /><Relationship Type="http://schemas.openxmlformats.org/officeDocument/2006/relationships/tableStyles" Target="/ppt/tableStyles.xml" Id="R455b368335b841dc" /><Relationship Type="http://schemas.openxmlformats.org/officeDocument/2006/relationships/slide" Target="/ppt/slides/slide1.xml" Id="Rff98603219e74a4f" /><Relationship Type="http://schemas.openxmlformats.org/officeDocument/2006/relationships/slide" Target="/ppt/slides/slide2.xml" Id="R3c3405c9c2fe4271" /><Relationship Type="http://schemas.openxmlformats.org/officeDocument/2006/relationships/slide" Target="/ppt/slides/slide3.xml" Id="Rd93bf174f7d04cbb" /><Relationship Type="http://schemas.openxmlformats.org/officeDocument/2006/relationships/slide" Target="/ppt/slides/slide4.xml" Id="Ra99d7bb2a89248be" /><Relationship Type="http://schemas.openxmlformats.org/officeDocument/2006/relationships/slide" Target="/ppt/slides/slide5.xml" Id="Ra6c0d8a9fec8491f" /><Relationship Type="http://schemas.openxmlformats.org/officeDocument/2006/relationships/slide" Target="/ppt/slides/slide6.xml" Id="R92874afadac44215" /><Relationship Type="http://schemas.openxmlformats.org/officeDocument/2006/relationships/slide" Target="/ppt/slides/slide7.xml" Id="Rb2de9f9a5c0849db" /><Relationship Type="http://schemas.openxmlformats.org/officeDocument/2006/relationships/slide" Target="/ppt/slides/slide8.xml" Id="R3598aa2214af4e38" /><Relationship Type="http://schemas.openxmlformats.org/officeDocument/2006/relationships/slide" Target="/ppt/slides/slide9.xml" Id="Rfc70a9ff15f94572" /><Relationship Type="http://schemas.openxmlformats.org/officeDocument/2006/relationships/slide" Target="/ppt/slides/slide10.xml" Id="R19f3155956024a85" /><Relationship Type="http://schemas.openxmlformats.org/officeDocument/2006/relationships/slide" Target="/ppt/slides/slide11.xml" Id="Rf53477003e8a4ebc" /><Relationship Type="http://schemas.openxmlformats.org/officeDocument/2006/relationships/slide" Target="/ppt/slides/slide12.xml" Id="Rf223b3e9288f4377" /><Relationship Type="http://schemas.openxmlformats.org/officeDocument/2006/relationships/slide" Target="/ppt/slides/slide13.xml" Id="R1226d1104f0740b0" /><Relationship Type="http://schemas.openxmlformats.org/officeDocument/2006/relationships/slide" Target="/ppt/slides/slide14.xml" Id="R8b578edacbab40fb" /><Relationship Type="http://schemas.openxmlformats.org/officeDocument/2006/relationships/slide" Target="/ppt/slides/slide15.xml" Id="Rafdb43f33f9947eb" /><Relationship Type="http://schemas.openxmlformats.org/officeDocument/2006/relationships/slide" Target="/ppt/slides/slide16.xml" Id="R5c65a10ed2d145aa" /><Relationship Type="http://schemas.openxmlformats.org/officeDocument/2006/relationships/slide" Target="/ppt/slides/slide17.xml" Id="R58aedc45e95e437b" /><Relationship Type="http://schemas.openxmlformats.org/officeDocument/2006/relationships/slide" Target="/ppt/slides/slide18.xml" Id="R579ed831a50f4f65" /><Relationship Type="http://schemas.openxmlformats.org/officeDocument/2006/relationships/slide" Target="/ppt/slides/slide19.xml" Id="R45d9fc5779f64407" /><Relationship Type="http://schemas.openxmlformats.org/officeDocument/2006/relationships/slide" Target="/ppt/slides/slide20.xml" Id="R15130864a64d42cf" /><Relationship Type="http://schemas.openxmlformats.org/officeDocument/2006/relationships/slide" Target="/ppt/slides/slide21.xml" Id="Re1dc01527db94939" /><Relationship Type="http://schemas.openxmlformats.org/officeDocument/2006/relationships/slide" Target="/ppt/slides/slide22.xml" Id="R609b9778ca2842f9" /><Relationship Type="http://schemas.openxmlformats.org/officeDocument/2006/relationships/slide" Target="/ppt/slides/slide23.xml" Id="R1f14f1575b2347b4" /><Relationship Type="http://schemas.openxmlformats.org/officeDocument/2006/relationships/slide" Target="/ppt/slides/slide24.xml" Id="Ra39cc92cd7cd44a0" /><Relationship Type="http://schemas.openxmlformats.org/officeDocument/2006/relationships/slide" Target="/ppt/slides/slide25.xml" Id="R0079008cf5454429" /><Relationship Type="http://schemas.openxmlformats.org/officeDocument/2006/relationships/slide" Target="/ppt/slides/slide26.xml" Id="R1211268992474519" /><Relationship Type="http://schemas.openxmlformats.org/officeDocument/2006/relationships/slide" Target="/ppt/slides/slide27.xml" Id="R67dc0d9304134ed7" /><Relationship Type="http://schemas.openxmlformats.org/officeDocument/2006/relationships/slide" Target="/ppt/slides/slide28.xml" Id="Re2b1e646cb854ee0" /><Relationship Type="http://schemas.openxmlformats.org/officeDocument/2006/relationships/slide" Target="/ppt/slides/slide29.xml" Id="R72255fea2bb444a4" /><Relationship Type="http://schemas.openxmlformats.org/officeDocument/2006/relationships/slide" Target="/ppt/slides/slide30.xml" Id="R3f711650579d44fa" /><Relationship Type="http://schemas.openxmlformats.org/officeDocument/2006/relationships/slide" Target="/ppt/slides/slide31.xml" Id="Rd2c03eb2dfea41f1" /><Relationship Type="http://schemas.openxmlformats.org/officeDocument/2006/relationships/slide" Target="/ppt/slides/slide32.xml" Id="Rac8b8c18883b4070" /><Relationship Type="http://schemas.openxmlformats.org/officeDocument/2006/relationships/slide" Target="/ppt/slides/slide33.xml" Id="R513c3569889c4aba" /><Relationship Type="http://schemas.openxmlformats.org/officeDocument/2006/relationships/slide" Target="/ppt/slides/slide34.xml" Id="Rd64854f6adbc41a8" /><Relationship Type="http://schemas.openxmlformats.org/officeDocument/2006/relationships/slide" Target="/ppt/slides/slide35.xml" Id="Ra4cbcfb21c16497b" /><Relationship Type="http://schemas.openxmlformats.org/officeDocument/2006/relationships/slide" Target="/ppt/slides/slide36.xml" Id="Ra702ea4b5a6842dd" /><Relationship Type="http://schemas.openxmlformats.org/officeDocument/2006/relationships/slide" Target="/ppt/slides/slide37.xml" Id="R6c9d556d61254f58" /><Relationship Type="http://schemas.openxmlformats.org/officeDocument/2006/relationships/slide" Target="/ppt/slides/slide38.xml" Id="R43f0ca443bc64241" /><Relationship Type="http://schemas.openxmlformats.org/officeDocument/2006/relationships/slide" Target="/ppt/slides/slide39.xml" Id="R095fa71555384638" /><Relationship Type="http://schemas.openxmlformats.org/officeDocument/2006/relationships/slide" Target="/ppt/slides/slide40.xml" Id="Rb23da345456b4609" /><Relationship Type="http://schemas.openxmlformats.org/officeDocument/2006/relationships/slide" Target="/ppt/slides/slide41.xml" Id="R8526b26df4bc434f" /><Relationship Type="http://schemas.openxmlformats.org/officeDocument/2006/relationships/slide" Target="/ppt/slides/slide42.xml" Id="R35a0504d6df44278" /><Relationship Type="http://schemas.openxmlformats.org/officeDocument/2006/relationships/slide" Target="/ppt/slides/slide43.xml" Id="Rcba4f001497647cf" /><Relationship Type="http://schemas.openxmlformats.org/officeDocument/2006/relationships/slide" Target="/ppt/slides/slide44.xml" Id="R09315768a0f44703" /><Relationship Type="http://schemas.openxmlformats.org/officeDocument/2006/relationships/slide" Target="/ppt/slides/slide45.xml" Id="R1eca2858ec864acd" /><Relationship Type="http://schemas.openxmlformats.org/officeDocument/2006/relationships/slide" Target="/ppt/slides/slide46.xml" Id="R88735bc3de1d49c1" /><Relationship Type="http://schemas.openxmlformats.org/officeDocument/2006/relationships/slide" Target="/ppt/slides/slide47.xml" Id="Ra83eda1ce326444b" /><Relationship Type="http://schemas.openxmlformats.org/officeDocument/2006/relationships/slide" Target="/ppt/slides/slide48.xml" Id="Rb02cc23f47db4c7e" /><Relationship Type="http://schemas.openxmlformats.org/officeDocument/2006/relationships/slide" Target="/ppt/slides/slide49.xml" Id="Rd96de5fac42f40dd" /><Relationship Type="http://schemas.openxmlformats.org/officeDocument/2006/relationships/slide" Target="/ppt/slides/slide50.xml" Id="R31c572d1f76f40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9849ffde324f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01771b8dda47bb" /><Relationship Type="http://schemas.openxmlformats.org/officeDocument/2006/relationships/notesMaster" Target="/ppt/notesMasters/notesMaster1.xml" Id="R8a9159ec9a3943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09f3824d004145" /><Relationship Type="http://schemas.openxmlformats.org/officeDocument/2006/relationships/notesMaster" Target="/ppt/notesMasters/notesMaster1.xml" Id="R94677508cdf047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5532299e7f4ed2" /><Relationship Type="http://schemas.openxmlformats.org/officeDocument/2006/relationships/notesMaster" Target="/ppt/notesMasters/notesMaster1.xml" Id="R887b8c2af01d40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afb2fff5c44945" /><Relationship Type="http://schemas.openxmlformats.org/officeDocument/2006/relationships/notesMaster" Target="/ppt/notesMasters/notesMaster1.xml" Id="R24830a842dc14c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95553dfa7f439f" /><Relationship Type="http://schemas.openxmlformats.org/officeDocument/2006/relationships/notesMaster" Target="/ppt/notesMasters/notesMaster1.xml" Id="R871268c3faf84a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b10524356d4f62" /><Relationship Type="http://schemas.openxmlformats.org/officeDocument/2006/relationships/notesMaster" Target="/ppt/notesMasters/notesMaster1.xml" Id="Rb914e47919b34e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16b194586a4f97" /><Relationship Type="http://schemas.openxmlformats.org/officeDocument/2006/relationships/notesMaster" Target="/ppt/notesMasters/notesMaster1.xml" Id="R6865d0cffbbb48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7f2e40071964caa" /><Relationship Type="http://schemas.openxmlformats.org/officeDocument/2006/relationships/notesMaster" Target="/ppt/notesMasters/notesMaster1.xml" Id="Rfe5ad58cace44c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cb8da2d1604036" /><Relationship Type="http://schemas.openxmlformats.org/officeDocument/2006/relationships/notesMaster" Target="/ppt/notesMasters/notesMaster1.xml" Id="R981ee019461a40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deb27490374d17" /><Relationship Type="http://schemas.openxmlformats.org/officeDocument/2006/relationships/notesMaster" Target="/ppt/notesMasters/notesMaster1.xml" Id="R403e2b7ea35549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5282a3dc2b4911" /><Relationship Type="http://schemas.openxmlformats.org/officeDocument/2006/relationships/notesMaster" Target="/ppt/notesMasters/notesMaster1.xml" Id="Reca5a103bd0e4b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cf8e63b4704822" /><Relationship Type="http://schemas.openxmlformats.org/officeDocument/2006/relationships/notesMaster" Target="/ppt/notesMasters/notesMaster1.xml" Id="Rc8dd918d1e7640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6b7f97f965435c" /><Relationship Type="http://schemas.openxmlformats.org/officeDocument/2006/relationships/notesMaster" Target="/ppt/notesMasters/notesMaster1.xml" Id="Rb2db4a0e6ba047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10d53ff2ee4d8c" /><Relationship Type="http://schemas.openxmlformats.org/officeDocument/2006/relationships/notesMaster" Target="/ppt/notesMasters/notesMaster1.xml" Id="R1ccd9eadac0745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10a2bbe2cb44c0" /><Relationship Type="http://schemas.openxmlformats.org/officeDocument/2006/relationships/notesMaster" Target="/ppt/notesMasters/notesMaster1.xml" Id="R896d997e5bc2421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fd4650fc09426a" /><Relationship Type="http://schemas.openxmlformats.org/officeDocument/2006/relationships/notesMaster" Target="/ppt/notesMasters/notesMaster1.xml" Id="R0f5256ea89d0477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9f98fe63f1149ac" /><Relationship Type="http://schemas.openxmlformats.org/officeDocument/2006/relationships/notesMaster" Target="/ppt/notesMasters/notesMaster1.xml" Id="R6c9e26eb6bb14b0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5e9e7ef15404c7e" /><Relationship Type="http://schemas.openxmlformats.org/officeDocument/2006/relationships/notesMaster" Target="/ppt/notesMasters/notesMaster1.xml" Id="R46c9245886984ef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bf7ca6257394362" /><Relationship Type="http://schemas.openxmlformats.org/officeDocument/2006/relationships/notesMaster" Target="/ppt/notesMasters/notesMaster1.xml" Id="R86f651c2e5654eb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5f39238f9fb4610" /><Relationship Type="http://schemas.openxmlformats.org/officeDocument/2006/relationships/notesMaster" Target="/ppt/notesMasters/notesMaster1.xml" Id="R0289b7a1a5924ca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b078894721649dc" /><Relationship Type="http://schemas.openxmlformats.org/officeDocument/2006/relationships/notesMaster" Target="/ppt/notesMasters/notesMaster1.xml" Id="R5899dfbca8e3470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78f674b65624416" /><Relationship Type="http://schemas.openxmlformats.org/officeDocument/2006/relationships/notesMaster" Target="/ppt/notesMasters/notesMaster1.xml" Id="R87ecca50dd07487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368c43b7d6e459b" /><Relationship Type="http://schemas.openxmlformats.org/officeDocument/2006/relationships/notesMaster" Target="/ppt/notesMasters/notesMaster1.xml" Id="R064d08469382493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012d28cc6ef4de8" /><Relationship Type="http://schemas.openxmlformats.org/officeDocument/2006/relationships/notesMaster" Target="/ppt/notesMasters/notesMaster1.xml" Id="R8c9bf1add0a34fd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5d3e2fc4a5e49d0" /><Relationship Type="http://schemas.openxmlformats.org/officeDocument/2006/relationships/notesMaster" Target="/ppt/notesMasters/notesMaster1.xml" Id="R95367d154d0a4b3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6f2fc5644ac4f10" /><Relationship Type="http://schemas.openxmlformats.org/officeDocument/2006/relationships/notesMaster" Target="/ppt/notesMasters/notesMaster1.xml" Id="R266ee349b2974e6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1a08a13d6b64cb8" /><Relationship Type="http://schemas.openxmlformats.org/officeDocument/2006/relationships/notesMaster" Target="/ppt/notesMasters/notesMaster1.xml" Id="R9cba6f728ecc4e1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28795a9ec314dfe" /><Relationship Type="http://schemas.openxmlformats.org/officeDocument/2006/relationships/notesMaster" Target="/ppt/notesMasters/notesMaster1.xml" Id="Rfc2fe666006a413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ee4372d1b664eb9" /><Relationship Type="http://schemas.openxmlformats.org/officeDocument/2006/relationships/notesMaster" Target="/ppt/notesMasters/notesMaster1.xml" Id="R1960e8263dce464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c0463a4475a44bd" /><Relationship Type="http://schemas.openxmlformats.org/officeDocument/2006/relationships/notesMaster" Target="/ppt/notesMasters/notesMaster1.xml" Id="Rc441a9448128409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3ee742c77994320" /><Relationship Type="http://schemas.openxmlformats.org/officeDocument/2006/relationships/notesMaster" Target="/ppt/notesMasters/notesMaster1.xml" Id="Rf6f1ab76905648e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a9452c45a005450d" /><Relationship Type="http://schemas.openxmlformats.org/officeDocument/2006/relationships/notesMaster" Target="/ppt/notesMasters/notesMaster1.xml" Id="R33a879fb584b4c4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fe49e0e77b44334" /><Relationship Type="http://schemas.openxmlformats.org/officeDocument/2006/relationships/notesMaster" Target="/ppt/notesMasters/notesMaster1.xml" Id="R92671d6b3cea435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da5515dd6074fd9" /><Relationship Type="http://schemas.openxmlformats.org/officeDocument/2006/relationships/notesMaster" Target="/ppt/notesMasters/notesMaster1.xml" Id="Rfd4c44b967d94b5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7428c6a65314b43" /><Relationship Type="http://schemas.openxmlformats.org/officeDocument/2006/relationships/notesMaster" Target="/ppt/notesMasters/notesMaster1.xml" Id="Ra1be8a62e72b4b5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d2e722aa3d443d8" /><Relationship Type="http://schemas.openxmlformats.org/officeDocument/2006/relationships/notesMaster" Target="/ppt/notesMasters/notesMaster1.xml" Id="Rfcaf379ebe9147b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c3314e5ba554a5b" /><Relationship Type="http://schemas.openxmlformats.org/officeDocument/2006/relationships/notesMaster" Target="/ppt/notesMasters/notesMaster1.xml" Id="Re6c6a910c9954ac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8413e75c6e24330" /><Relationship Type="http://schemas.openxmlformats.org/officeDocument/2006/relationships/notesMaster" Target="/ppt/notesMasters/notesMaster1.xml" Id="R243bf98b85b24cd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e2437338a754981" /><Relationship Type="http://schemas.openxmlformats.org/officeDocument/2006/relationships/notesMaster" Target="/ppt/notesMasters/notesMaster1.xml" Id="R54be3cf0e6ce4af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b90bdb71a824351" /><Relationship Type="http://schemas.openxmlformats.org/officeDocument/2006/relationships/notesMaster" Target="/ppt/notesMasters/notesMaster1.xml" Id="Re4643514b32849c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573c549f98b4f78" /><Relationship Type="http://schemas.openxmlformats.org/officeDocument/2006/relationships/notesMaster" Target="/ppt/notesMasters/notesMaster1.xml" Id="R6a9b5104c56d412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0d15458c6154278" /><Relationship Type="http://schemas.openxmlformats.org/officeDocument/2006/relationships/notesMaster" Target="/ppt/notesMasters/notesMaster1.xml" Id="Rbdff7e0c0a9a474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82ffe6f9ab7549ae" /><Relationship Type="http://schemas.openxmlformats.org/officeDocument/2006/relationships/notesMaster" Target="/ppt/notesMasters/notesMaster1.xml" Id="Rf5258187a9f84457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f3e5792ca654e79" /><Relationship Type="http://schemas.openxmlformats.org/officeDocument/2006/relationships/notesMaster" Target="/ppt/notesMasters/notesMaster1.xml" Id="R32eb0db9eb9e4a0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ae01623e12342f8" /><Relationship Type="http://schemas.openxmlformats.org/officeDocument/2006/relationships/notesMaster" Target="/ppt/notesMasters/notesMaster1.xml" Id="R7d66a1302d3c4f3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1b29307d9444c85" /><Relationship Type="http://schemas.openxmlformats.org/officeDocument/2006/relationships/notesMaster" Target="/ppt/notesMasters/notesMaster1.xml" Id="Rb176d94138724dc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d4bafc6f08e407f" /><Relationship Type="http://schemas.openxmlformats.org/officeDocument/2006/relationships/notesMaster" Target="/ppt/notesMasters/notesMaster1.xml" Id="R049f5725722645c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32d4cf727fe43c8" /><Relationship Type="http://schemas.openxmlformats.org/officeDocument/2006/relationships/notesMaster" Target="/ppt/notesMasters/notesMaster1.xml" Id="Recd113fd88d94012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4506d6a040a41dc" /><Relationship Type="http://schemas.openxmlformats.org/officeDocument/2006/relationships/notesMaster" Target="/ppt/notesMasters/notesMaster1.xml" Id="Rdce656c0343849e3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a8e41724246430b" /><Relationship Type="http://schemas.openxmlformats.org/officeDocument/2006/relationships/notesMaster" Target="/ppt/notesMasters/notesMaster1.xml" Id="R64d72e1df1f640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CONTENTS</a:t>
            </a:r>
          </a:p>
          <a:p xmlns:a="http://schemas.openxmlformats.org/drawingml/2006/main">
            <a:r>
              <a:t>목 차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트레이닝의 두 가지 철학</a:t>
            </a:r>
          </a:p>
          <a:p xmlns:a="http://schemas.openxmlformats.org/drawingml/2006/main">
            <a:r>
              <a:t>먼저 배우고 싶게 만들라 · 관찰 후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쇼잉(Showing) · 스탠다드 적용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첫 3일의 설계 (Day 1–3)</a:t>
            </a:r>
          </a:p>
          <a:p xmlns:a="http://schemas.openxmlformats.org/drawingml/2006/main">
            <a:r>
              <a:t>경험 → 학습 →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스킬 트레이닝 &amp; 맞춤 피드백</a:t>
            </a:r>
          </a:p>
          <a:p xmlns:a="http://schemas.openxmlformats.org/drawingml/2006/main">
            <a:r>
              <a:t>5 Step · 피드백 타이밍 · 피드백 모델 3가지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리더힛 · 로드트립 · Self 적응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핵심 역할 &amp; 결과 판단</a:t>
            </a:r>
          </a:p>
          <a:p xmlns:a="http://schemas.openxmlformats.org/drawingml/2006/main">
            <a:r>
              <a:t>성취·인정 · Stay / Qualifying</a:t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22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23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27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a25271bce143a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f9316991b444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efab2207e242e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79cc3e40147d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5da502f62e40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92494ea12e44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A39E4D-1B7E-46BE-92B7-DE0A9DF4AF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69B5B7-131F-4458-B0B6-95DB4C4B337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1655C05-C42E-411C-81C4-67341F16A0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4656B86-F9AC-455E-A10B-3769E074E8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B71408F-B012-48CD-9645-B43CFF16E4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A1285F9-34BA-4895-92DE-D68FD74BD8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72A7A3B-8A7B-4FFC-8860-DD197CFBB8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9CD7C11-C93E-4DE2-970D-F508BE3BDB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990C80-9A74-4C73-8670-E528116F50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9EEBB0-C230-4238-B05B-DEA10E248B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9cf111f0eb4d55" /><Relationship Type="http://schemas.openxmlformats.org/officeDocument/2006/relationships/slideLayout" Target="/ppt/slideLayouts/slideLayout1.xml" Id="R7b3e4877e7044017" /><Relationship Type="http://schemas.openxmlformats.org/officeDocument/2006/relationships/slideLayout" Target="/ppt/slideLayouts/slideLayout2.xml" Id="Rb948e1435a1b471d" /><Relationship Type="http://schemas.openxmlformats.org/officeDocument/2006/relationships/slideLayout" Target="/ppt/slideLayouts/slideLayout3.xml" Id="Rbf2832274c68435f" /><Relationship Type="http://schemas.openxmlformats.org/officeDocument/2006/relationships/slideLayout" Target="/ppt/slideLayouts/slideLayout4.xml" Id="R27361be3ba654037" /><Relationship Type="http://schemas.openxmlformats.org/officeDocument/2006/relationships/slideLayout" Target="/ppt/slideLayouts/slideLayout5.xml" Id="Ra24635728fb64f14" /><Relationship Type="http://schemas.openxmlformats.org/officeDocument/2006/relationships/slideLayout" Target="/ppt/slideLayouts/slideLayout6.xml" Id="Rab62735f811f4c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3e4877e7044017"/>
    <p:sldLayoutId xmlns:r="http://schemas.openxmlformats.org/officeDocument/2006/relationships" id="2147483650" r:id="Rb948e1435a1b471d"/>
    <p:sldLayoutId xmlns:r="http://schemas.openxmlformats.org/officeDocument/2006/relationships" id="2147483651" r:id="Rbf2832274c68435f"/>
    <p:sldLayoutId xmlns:r="http://schemas.openxmlformats.org/officeDocument/2006/relationships" id="2147483652" r:id="R27361be3ba654037"/>
    <p:sldLayoutId xmlns:r="http://schemas.openxmlformats.org/officeDocument/2006/relationships" id="2147483653" r:id="Ra24635728fb64f14"/>
    <p:sldLayoutId xmlns:r="http://schemas.openxmlformats.org/officeDocument/2006/relationships" id="2147483654" r:id="Rab62735f811f4c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a2e4d0a2de4f88" /><Relationship Type="http://schemas.openxmlformats.org/officeDocument/2006/relationships/image" Target="/ppt/media/image.jpeg" Id="R9624eb372dbe4860" /><Relationship Type="http://schemas.openxmlformats.org/officeDocument/2006/relationships/notesSlide" Target="/ppt/notesSlides/notesSlide1.xml" Id="R32f8ccf71caa40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577e63adb3409e" /><Relationship Type="http://schemas.openxmlformats.org/officeDocument/2006/relationships/notesSlide" Target="/ppt/notesSlides/notesSlide2.xml" Id="Rc42a0e4aaa5e45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601c7fd6a4ef7" /><Relationship Type="http://schemas.openxmlformats.org/officeDocument/2006/relationships/notesSlide" Target="/ppt/notesSlides/notesSlide3.xml" Id="R580636ad46024f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689100afaf4343" /><Relationship Type="http://schemas.openxmlformats.org/officeDocument/2006/relationships/image" Target="/ppt/media/image2.jpeg" Id="Rc885939d01044174" /><Relationship Type="http://schemas.openxmlformats.org/officeDocument/2006/relationships/notesSlide" Target="/ppt/notesSlides/notesSlide4.xml" Id="R2dd5b5f72ae74b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109ad72a7d417e" /><Relationship Type="http://schemas.openxmlformats.org/officeDocument/2006/relationships/notesSlide" Target="/ppt/notesSlides/notesSlide5.xml" Id="Rbcb1d7d9d5e54d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03604acb22405b" /><Relationship Type="http://schemas.openxmlformats.org/officeDocument/2006/relationships/image" Target="/ppt/media/image3.jpeg" Id="R5c1cedc12ecd4aa3" /><Relationship Type="http://schemas.openxmlformats.org/officeDocument/2006/relationships/notesSlide" Target="/ppt/notesSlides/notesSlide6.xml" Id="R232c81d2c81240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04dc1e54734335" /><Relationship Type="http://schemas.openxmlformats.org/officeDocument/2006/relationships/image" Target="/ppt/media/image.png" Id="R0a53c5d6fa0c484e" /><Relationship Type="http://schemas.openxmlformats.org/officeDocument/2006/relationships/image" Target="/ppt/media/image2.png" Id="R6c1c917acc9d43b6" /><Relationship Type="http://schemas.openxmlformats.org/officeDocument/2006/relationships/image" Target="/ppt/media/image3.png" Id="R5b1fe9f588d34cb0" /><Relationship Type="http://schemas.openxmlformats.org/officeDocument/2006/relationships/notesSlide" Target="/ppt/notesSlides/notesSlide7.xml" Id="Ra116bfc6304f47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5322e872d94c3e" /><Relationship Type="http://schemas.openxmlformats.org/officeDocument/2006/relationships/image" Target="/ppt/media/image4.jpeg" Id="R8135bb32d4bc4b21" /><Relationship Type="http://schemas.openxmlformats.org/officeDocument/2006/relationships/notesSlide" Target="/ppt/notesSlides/notesSlide8.xml" Id="Rb725f95037a146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5e5184faf64fa1" /><Relationship Type="http://schemas.openxmlformats.org/officeDocument/2006/relationships/image" Target="/ppt/media/image4.png" Id="R7b22705699cf44f0" /><Relationship Type="http://schemas.openxmlformats.org/officeDocument/2006/relationships/image" Target="/ppt/media/image5.png" Id="R4a2f9bdd500f45a4" /><Relationship Type="http://schemas.openxmlformats.org/officeDocument/2006/relationships/image" Target="/ppt/media/image6.png" Id="R6bc58b357aff4143" /><Relationship Type="http://schemas.openxmlformats.org/officeDocument/2006/relationships/image" Target="/ppt/media/image7.png" Id="R8d2673aa2ed94af6" /><Relationship Type="http://schemas.openxmlformats.org/officeDocument/2006/relationships/notesSlide" Target="/ppt/notesSlides/notesSlide9.xml" Id="R5f0a2056642844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f50423ae474a1c" /><Relationship Type="http://schemas.openxmlformats.org/officeDocument/2006/relationships/notesSlide" Target="/ppt/notesSlides/notesSlide10.xml" Id="R64eacbfbb51841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9b4b1696984de3" /><Relationship Type="http://schemas.openxmlformats.org/officeDocument/2006/relationships/notesSlide" Target="/ppt/notesSlides/notesSlide11.xml" Id="Rf025a35d88fe42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3ab926d89f423d" /><Relationship Type="http://schemas.openxmlformats.org/officeDocument/2006/relationships/image" Target="/ppt/media/image5.jpeg" Id="R4b1bfc8287e04749" /><Relationship Type="http://schemas.openxmlformats.org/officeDocument/2006/relationships/notesSlide" Target="/ppt/notesSlides/notesSlide12.xml" Id="R832ac0a2ff2141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1804ae78543bd" /><Relationship Type="http://schemas.openxmlformats.org/officeDocument/2006/relationships/image" Target="/ppt/media/image8.png" Id="R957271544daf47c9" /><Relationship Type="http://schemas.openxmlformats.org/officeDocument/2006/relationships/image" Target="/ppt/media/image9.png" Id="R8cd37a378721480b" /><Relationship Type="http://schemas.openxmlformats.org/officeDocument/2006/relationships/notesSlide" Target="/ppt/notesSlides/notesSlide13.xml" Id="R77f87e9d806e40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2a6711d39b4605" /><Relationship Type="http://schemas.openxmlformats.org/officeDocument/2006/relationships/image" Target="/ppt/media/image6.jpeg" Id="Rdae2227932fc4867" /><Relationship Type="http://schemas.openxmlformats.org/officeDocument/2006/relationships/notesSlide" Target="/ppt/notesSlides/notesSlide14.xml" Id="Rafc8e42074d04d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b55dcde4a342ec" /><Relationship Type="http://schemas.openxmlformats.org/officeDocument/2006/relationships/image" Target="/ppt/media/image7.jpeg" Id="R522d06c5a7244170" /><Relationship Type="http://schemas.openxmlformats.org/officeDocument/2006/relationships/notesSlide" Target="/ppt/notesSlides/notesSlide15.xml" Id="R909dc5a66eed45b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42bd3b16014b26" /><Relationship Type="http://schemas.openxmlformats.org/officeDocument/2006/relationships/image" Target="/ppt/media/image10.png" Id="Rcfb55fbcdab64fd4" /><Relationship Type="http://schemas.openxmlformats.org/officeDocument/2006/relationships/image" Target="/ppt/media/image11.png" Id="Rb74864d4982a4233" /><Relationship Type="http://schemas.openxmlformats.org/officeDocument/2006/relationships/image" Target="/ppt/media/image12.png" Id="R86d5c01e5ad34a5e" /><Relationship Type="http://schemas.openxmlformats.org/officeDocument/2006/relationships/image" Target="/ppt/media/image13.png" Id="Raf3675c8fef845e4" /><Relationship Type="http://schemas.openxmlformats.org/officeDocument/2006/relationships/notesSlide" Target="/ppt/notesSlides/notesSlide16.xml" Id="R8b2507819a234b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0f55e13ba7497b" /><Relationship Type="http://schemas.openxmlformats.org/officeDocument/2006/relationships/image" Target="/ppt/media/image8.jpeg" Id="R43154784bec04af7" /><Relationship Type="http://schemas.openxmlformats.org/officeDocument/2006/relationships/notesSlide" Target="/ppt/notesSlides/notesSlide17.xml" Id="Rddd95d9fbf4742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bc995b662344c8" /><Relationship Type="http://schemas.openxmlformats.org/officeDocument/2006/relationships/image" Target="/ppt/media/image14.png" Id="R52edd9613e3c4bc8" /><Relationship Type="http://schemas.openxmlformats.org/officeDocument/2006/relationships/image" Target="/ppt/media/image15.png" Id="R6515e5d82d79445c" /><Relationship Type="http://schemas.openxmlformats.org/officeDocument/2006/relationships/image" Target="/ppt/media/image16.png" Id="Rfdbb0d5764ac42fc" /><Relationship Type="http://schemas.openxmlformats.org/officeDocument/2006/relationships/notesSlide" Target="/ppt/notesSlides/notesSlide18.xml" Id="R63e58bf77ac04f2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ca024a92b34b97" /><Relationship Type="http://schemas.openxmlformats.org/officeDocument/2006/relationships/notesSlide" Target="/ppt/notesSlides/notesSlide19.xml" Id="R91bd86fce444491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97150e69b04d4c" /><Relationship Type="http://schemas.openxmlformats.org/officeDocument/2006/relationships/image" Target="/ppt/media/image17.png" Id="R2cdf1719e3df4b51" /><Relationship Type="http://schemas.openxmlformats.org/officeDocument/2006/relationships/image" Target="/ppt/media/image18.png" Id="R84a274841e5a49c5" /><Relationship Type="http://schemas.openxmlformats.org/officeDocument/2006/relationships/notesSlide" Target="/ppt/notesSlides/notesSlide20.xml" Id="Rd126cfa1bf04454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f37c5a8b464fd7" /><Relationship Type="http://schemas.openxmlformats.org/officeDocument/2006/relationships/notesSlide" Target="/ppt/notesSlides/notesSlide21.xml" Id="Rfddb622d79f3477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32bcff8e684670" /><Relationship Type="http://schemas.openxmlformats.org/officeDocument/2006/relationships/image" Target="/ppt/media/image19.png" Id="R3ef15e07a83b4f5a" /><Relationship Type="http://schemas.openxmlformats.org/officeDocument/2006/relationships/image" Target="/ppt/media/image20.png" Id="Rdfb151ba70fc4681" /><Relationship Type="http://schemas.openxmlformats.org/officeDocument/2006/relationships/notesSlide" Target="/ppt/notesSlides/notesSlide22.xml" Id="Rcf1fbf6e6a6e48a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2e62a3f05c45cb" /><Relationship Type="http://schemas.openxmlformats.org/officeDocument/2006/relationships/image" Target="/ppt/media/image21.png" Id="R568b53ed4ac0436e" /><Relationship Type="http://schemas.openxmlformats.org/officeDocument/2006/relationships/image" Target="/ppt/media/image22.png" Id="Rf7c8bbf7179e4dde" /><Relationship Type="http://schemas.openxmlformats.org/officeDocument/2006/relationships/notesSlide" Target="/ppt/notesSlides/notesSlide23.xml" Id="R7a9e5b480aa1401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cd89c5eaf84194" /><Relationship Type="http://schemas.openxmlformats.org/officeDocument/2006/relationships/notesSlide" Target="/ppt/notesSlides/notesSlide24.xml" Id="Rdc33c976895c466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9dc0d7846447a6" /><Relationship Type="http://schemas.openxmlformats.org/officeDocument/2006/relationships/notesSlide" Target="/ppt/notesSlides/notesSlide25.xml" Id="R2365568039ba41e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0216a935b049a4" /><Relationship Type="http://schemas.openxmlformats.org/officeDocument/2006/relationships/image" Target="/ppt/media/image23.png" Id="Rabfaa8786f6c402b" /><Relationship Type="http://schemas.openxmlformats.org/officeDocument/2006/relationships/image" Target="/ppt/media/image24.png" Id="Rf54fa60a7a934695" /><Relationship Type="http://schemas.openxmlformats.org/officeDocument/2006/relationships/image" Target="/ppt/media/image25.png" Id="Rd06fecae9f1f432e" /><Relationship Type="http://schemas.openxmlformats.org/officeDocument/2006/relationships/image" Target="/ppt/media/image26.png" Id="Rdabcb452c4304179" /><Relationship Type="http://schemas.openxmlformats.org/officeDocument/2006/relationships/notesSlide" Target="/ppt/notesSlides/notesSlide26.xml" Id="Rb8efdad41d8a420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517f121b564425" /><Relationship Type="http://schemas.openxmlformats.org/officeDocument/2006/relationships/notesSlide" Target="/ppt/notesSlides/notesSlide27.xml" Id="R00d2d0c29fc1443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f83bda87084bea" /><Relationship Type="http://schemas.openxmlformats.org/officeDocument/2006/relationships/image" Target="/ppt/media/image27.png" Id="Refe99d37df174c9d" /><Relationship Type="http://schemas.openxmlformats.org/officeDocument/2006/relationships/image" Target="/ppt/media/image28.png" Id="Rc14d7047abe5451d" /><Relationship Type="http://schemas.openxmlformats.org/officeDocument/2006/relationships/image" Target="/ppt/media/image29.png" Id="R7d2c9ccae947481f" /><Relationship Type="http://schemas.openxmlformats.org/officeDocument/2006/relationships/image" Target="/ppt/media/image30.png" Id="R7b6a7aed5ac7486a" /><Relationship Type="http://schemas.openxmlformats.org/officeDocument/2006/relationships/image" Target="/ppt/media/image31.png" Id="Re70c7f9c4e7b476a" /><Relationship Type="http://schemas.openxmlformats.org/officeDocument/2006/relationships/image" Target="/ppt/media/image32.png" Id="R797e5f81bbea4362" /><Relationship Type="http://schemas.openxmlformats.org/officeDocument/2006/relationships/notesSlide" Target="/ppt/notesSlides/notesSlide28.xml" Id="R4485f92aa9664cb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39b2f47a9c4718" /><Relationship Type="http://schemas.openxmlformats.org/officeDocument/2006/relationships/image" Target="/ppt/media/image33.png" Id="R8955d012118a481e" /><Relationship Type="http://schemas.openxmlformats.org/officeDocument/2006/relationships/image" Target="/ppt/media/image34.png" Id="R9ce1a58863994541" /><Relationship Type="http://schemas.openxmlformats.org/officeDocument/2006/relationships/image" Target="/ppt/media/image35.png" Id="Rdac8bf05f1964d6b" /><Relationship Type="http://schemas.openxmlformats.org/officeDocument/2006/relationships/image" Target="/ppt/media/image36.png" Id="R2cc6cf5d6ed94ccd" /><Relationship Type="http://schemas.openxmlformats.org/officeDocument/2006/relationships/image" Target="/ppt/media/image37.png" Id="R7e0bb7b427114b07" /><Relationship Type="http://schemas.openxmlformats.org/officeDocument/2006/relationships/image" Target="/ppt/media/image38.png" Id="R6aeaa0f2b908466f" /><Relationship Type="http://schemas.openxmlformats.org/officeDocument/2006/relationships/notesSlide" Target="/ppt/notesSlides/notesSlide29.xml" Id="R131c960add83412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84e62612e04687" /><Relationship Type="http://schemas.openxmlformats.org/officeDocument/2006/relationships/image" Target="/ppt/media/image9.jpeg" Id="R36554b74b50644e6" /><Relationship Type="http://schemas.openxmlformats.org/officeDocument/2006/relationships/image" Target="/ppt/media/image39.png" Id="R5722e445d724452f" /><Relationship Type="http://schemas.openxmlformats.org/officeDocument/2006/relationships/image" Target="/ppt/media/image40.png" Id="R17d45dd6e5404c6d" /><Relationship Type="http://schemas.openxmlformats.org/officeDocument/2006/relationships/notesSlide" Target="/ppt/notesSlides/notesSlide30.xml" Id="R1343081906b0492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6b097e38124057" /><Relationship Type="http://schemas.openxmlformats.org/officeDocument/2006/relationships/notesSlide" Target="/ppt/notesSlides/notesSlide31.xml" Id="R887c206888ae45b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e444d0740344ed" /><Relationship Type="http://schemas.openxmlformats.org/officeDocument/2006/relationships/image" Target="/ppt/media/image10.jpeg" Id="R9b9eb9709ae446b0" /><Relationship Type="http://schemas.openxmlformats.org/officeDocument/2006/relationships/notesSlide" Target="/ppt/notesSlides/notesSlide32.xml" Id="R0a0d62b2a9ad450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711cfc7fa545a1" /><Relationship Type="http://schemas.openxmlformats.org/officeDocument/2006/relationships/image" Target="/ppt/media/image41.png" Id="R3c531be84e254e1e" /><Relationship Type="http://schemas.openxmlformats.org/officeDocument/2006/relationships/image" Target="/ppt/media/image42.png" Id="Rb798bfcbc5904bf6" /><Relationship Type="http://schemas.openxmlformats.org/officeDocument/2006/relationships/image" Target="/ppt/media/image43.png" Id="R45591e2a99384408" /><Relationship Type="http://schemas.openxmlformats.org/officeDocument/2006/relationships/image" Target="/ppt/media/image44.png" Id="R5a086837a07e4b35" /><Relationship Type="http://schemas.openxmlformats.org/officeDocument/2006/relationships/image" Target="/ppt/media/image45.png" Id="Ra049826a17af4d32" /><Relationship Type="http://schemas.openxmlformats.org/officeDocument/2006/relationships/notesSlide" Target="/ppt/notesSlides/notesSlide33.xml" Id="R6eecda878d0b4fd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5f0d3b447545d3" /><Relationship Type="http://schemas.openxmlformats.org/officeDocument/2006/relationships/image" Target="/ppt/media/image46.png" Id="Rf6e6135c4cb2455f" /><Relationship Type="http://schemas.openxmlformats.org/officeDocument/2006/relationships/image" Target="/ppt/media/image47.png" Id="Rd97429a304ac40a8" /><Relationship Type="http://schemas.openxmlformats.org/officeDocument/2006/relationships/image" Target="/ppt/media/image48.png" Id="Ref8370a325434f95" /><Relationship Type="http://schemas.openxmlformats.org/officeDocument/2006/relationships/notesSlide" Target="/ppt/notesSlides/notesSlide34.xml" Id="R45f7f0c360b8442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5752e3110e4e9f" /><Relationship Type="http://schemas.openxmlformats.org/officeDocument/2006/relationships/notesSlide" Target="/ppt/notesSlides/notesSlide35.xml" Id="Rbeb3603534b74c8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a87d1da97d4a8f" /><Relationship Type="http://schemas.openxmlformats.org/officeDocument/2006/relationships/notesSlide" Target="/ppt/notesSlides/notesSlide36.xml" Id="R5a7f02d45a81419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3d35df89be4a02" /><Relationship Type="http://schemas.openxmlformats.org/officeDocument/2006/relationships/notesSlide" Target="/ppt/notesSlides/notesSlide37.xml" Id="Ra7e78d3af02341a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3376d78c04493d" /><Relationship Type="http://schemas.openxmlformats.org/officeDocument/2006/relationships/image" Target="/ppt/media/image11.jpeg" Id="R910b7391834d4480" /><Relationship Type="http://schemas.openxmlformats.org/officeDocument/2006/relationships/notesSlide" Target="/ppt/notesSlides/notesSlide38.xml" Id="Ra2ff6f6bca02482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459d39da1743fe" /><Relationship Type="http://schemas.openxmlformats.org/officeDocument/2006/relationships/image" Target="/ppt/media/image12.jpeg" Id="Re486f2eb498e4567" /><Relationship Type="http://schemas.openxmlformats.org/officeDocument/2006/relationships/notesSlide" Target="/ppt/notesSlides/notesSlide39.xml" Id="Rd28962293de741a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99d1fc97d64e6b" /><Relationship Type="http://schemas.openxmlformats.org/officeDocument/2006/relationships/image" Target="/ppt/media/image49.png" Id="Rea3b7f06e4f14cf5" /><Relationship Type="http://schemas.openxmlformats.org/officeDocument/2006/relationships/image" Target="/ppt/media/image50.png" Id="Reaf6e622c973458f" /><Relationship Type="http://schemas.openxmlformats.org/officeDocument/2006/relationships/image" Target="/ppt/media/image51.png" Id="R11b82403b0eb49e3" /><Relationship Type="http://schemas.openxmlformats.org/officeDocument/2006/relationships/notesSlide" Target="/ppt/notesSlides/notesSlide40.xml" Id="R4efdc4c2a171458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fe92634020409b" /><Relationship Type="http://schemas.openxmlformats.org/officeDocument/2006/relationships/image" Target="/ppt/media/image52.png" Id="Rac6dbd78ce9f414b" /><Relationship Type="http://schemas.openxmlformats.org/officeDocument/2006/relationships/image" Target="/ppt/media/image53.png" Id="R41ad9860953348d5" /><Relationship Type="http://schemas.openxmlformats.org/officeDocument/2006/relationships/notesSlide" Target="/ppt/notesSlides/notesSlide41.xml" Id="Ra28fbeb65cb740d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9b794029544a25" /><Relationship Type="http://schemas.openxmlformats.org/officeDocument/2006/relationships/notesSlide" Target="/ppt/notesSlides/notesSlide42.xml" Id="R59eb6ecd383a4b2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599f294af34631" /><Relationship Type="http://schemas.openxmlformats.org/officeDocument/2006/relationships/notesSlide" Target="/ppt/notesSlides/notesSlide43.xml" Id="R47cdceae6f9246d2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53a3f9863e4934" /><Relationship Type="http://schemas.openxmlformats.org/officeDocument/2006/relationships/image" Target="/ppt/media/image54.png" Id="Rad52339dfb324828" /><Relationship Type="http://schemas.openxmlformats.org/officeDocument/2006/relationships/image" Target="/ppt/media/image55.png" Id="R5f5054eb6b074995" /><Relationship Type="http://schemas.openxmlformats.org/officeDocument/2006/relationships/notesSlide" Target="/ppt/notesSlides/notesSlide44.xml" Id="Ra27b7225bfad481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2927fe23c6408f" /><Relationship Type="http://schemas.openxmlformats.org/officeDocument/2006/relationships/image" Target="/ppt/media/image13.jpeg" Id="R04eaf85c8e6f4d07" /><Relationship Type="http://schemas.openxmlformats.org/officeDocument/2006/relationships/notesSlide" Target="/ppt/notesSlides/notesSlide45.xml" Id="R6bca039d24044610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cfa74869784c86" /><Relationship Type="http://schemas.openxmlformats.org/officeDocument/2006/relationships/notesSlide" Target="/ppt/notesSlides/notesSlide46.xml" Id="R3c7c0df4ce0d4e9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a9763fe1434cc4" /><Relationship Type="http://schemas.openxmlformats.org/officeDocument/2006/relationships/notesSlide" Target="/ppt/notesSlides/notesSlide47.xml" Id="Ra97c5a47e0bf463c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0f2815b98241bb" /><Relationship Type="http://schemas.openxmlformats.org/officeDocument/2006/relationships/image" Target="/ppt/media/image14.jpeg" Id="R2a12ee40334e4617" /><Relationship Type="http://schemas.openxmlformats.org/officeDocument/2006/relationships/notesSlide" Target="/ppt/notesSlides/notesSlide48.xml" Id="R6b21d0af95324fe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92f798a5154e2f" /><Relationship Type="http://schemas.openxmlformats.org/officeDocument/2006/relationships/notesSlide" Target="/ppt/notesSlides/notesSlide49.xml" Id="R02046690508841cf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43a66b24cc4bba" /><Relationship Type="http://schemas.openxmlformats.org/officeDocument/2006/relationships/image" Target="/ppt/media/image15.jpeg" Id="Rd709c3623663472a" /><Relationship Type="http://schemas.openxmlformats.org/officeDocument/2006/relationships/notesSlide" Target="/ppt/notesSlides/notesSlide50.xml" Id="Rbe6ddf93e7b043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1C324-7CD0-4191-AE85-82CD001A89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4eb372dbe48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2B8CC-50A2-4DB8-90A1-BC13C57F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719D7-3975-41F5-9A40-1C1F3E26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6E287-75C6-4CB9-BB29-B869964F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가이드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35924-915C-495E-BA0B-BEF4F7E9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FF94A-17B0-484A-80F2-F80554C6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E9CA0-DB99-488C-A6CC-A180D638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50</a:t>
            </a:r>
          </a:p>
        </p:txBody>
      </p:sp>
    </p:spTree>
    <p:extLst>
      <p:ext uri="{BB962C8B-B14F-4D97-AF65-F5344CB8AC3E}">
        <p14:creationId xmlns:p14="http://schemas.microsoft.com/office/powerpoint/2010/main" val="6888147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8B46E7-F507-4B37-B077-D9CF55F2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6296D-3210-4143-B1EF-E0AF5318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중 관련 있는 분야는?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4A2F8-E43D-4471-AFA7-1BF7AC51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잠시, 함께 생각해 봅시다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B1B6A-05A3-4386-842D-D1934C29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8E3C8-8928-4DFE-AB23-A9E6F734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자동차운전면허증(1종)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4B247-29FD-43B4-8752-04881EF6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8E925-59DE-470C-8F1F-BD7BCE1D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대형면허 자격증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90F55-CB4B-48B8-B9E2-E6A78AA1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B1D69-DFD6-4228-8F65-2BD5794A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복어조리기능사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4B82B-B44A-4AB9-997B-C88ABEDA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48063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52CEE-81EB-4DCF-8D6E-708BA221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48063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제빵기능사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23521B-C9E4-40E2-BDD9-4A8140D5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C694F-7BF0-416F-89BB-E1584A0E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지게차 운전기능사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760B1A-C0A7-42F9-BC6A-85B4D50A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8150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49B791-F437-405C-AD62-5026DAF5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0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코칭(다문화)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F1E7F-4424-4357-A7C3-A7633B7E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354291-99DE-4826-8A31-27BE8856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용접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966F5-6AE6-4E2B-951C-25511E3F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4938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9B6CE-F75E-40EA-A2DA-4827CC5C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4938"/>
            <a:ext cx="4676775" cy="757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신학 석사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E2A477-D225-44DD-925B-1EB32071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50</a:t>
            </a:r>
          </a:p>
        </p:txBody>
      </p:sp>
    </p:spTree>
    <p:extLst>
      <p:ext uri="{BB962C8B-B14F-4D97-AF65-F5344CB8AC3E}">
        <p14:creationId xmlns:p14="http://schemas.microsoft.com/office/powerpoint/2010/main" val="1249114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88B941-6354-4117-8767-17EEF8A2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F1588-0D69-4B29-B566-C1C7BD82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트레이닝의 전체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3E12B-8E4C-4B82-8897-D3108631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동기를 만들고, 관찰하고, 자립을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6F56C-C8E9-4C41-879B-4A708934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F5007-B78C-4D80-B830-FCB4569B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철학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A43FC6-51A1-4AFF-8526-B9AC7537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동기와 관찰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9FBF7F-9F7B-49AD-8CDB-6EA08D7F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0FEF2-3A67-4734-86C5-A45ADF06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전제 조건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A4010-18B5-4BD2-A860-8C4CA76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A29CB-C774-4390-8B7B-8AEE0C65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146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C5591D-E0CC-470C-BCB3-DA533A52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765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5B0D0-205F-41F4-8ADD-AAA365D2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433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경험 · 학습 ·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AD80F5-F933-41EF-8961-C60CFF2A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29FFF4-B129-4435-A7C2-9E2BF4A4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스킬과 피드백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4C1811-2968-4255-9422-485F8F7C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· 타이밍 · 모델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F79748-F961-4A08-8DA0-2714BA7F6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06233F-9C37-4D81-B724-69706FFF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 전략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CB9168-5FC7-4596-8D13-BC0B6A08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리더힛 · 로드트립 · Self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A45E94-5ECD-4E48-B420-15373921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429125"/>
            <a:ext cx="3263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2932D-C113-4072-9C1C-9F7053A6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4791075"/>
            <a:ext cx="3263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리더의 역할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84E220-A161-4044-91A6-FC925763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5257800"/>
            <a:ext cx="32639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 · 인정 · 결과 판단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BBBC62-C739-4954-9BDD-953EE457A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50</a:t>
            </a:r>
          </a:p>
        </p:txBody>
      </p:sp>
    </p:spTree>
    <p:extLst>
      <p:ext uri="{BB962C8B-B14F-4D97-AF65-F5344CB8AC3E}">
        <p14:creationId xmlns:p14="http://schemas.microsoft.com/office/powerpoint/2010/main" val="16792325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C1BBD-67BC-41BF-A17C-D0ADCB90BF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5939d010441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A37FCB-1FBF-4236-9E6C-1C1FF7D6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86250-F06B-45DC-AA81-1AB8E1D5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BFBD1-C459-42D3-86D6-E80F898E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How to teach보다 먼저, Why they want to 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9D1D6-7D97-4314-9625-3469CE8B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50</a:t>
            </a:r>
          </a:p>
        </p:txBody>
      </p:sp>
    </p:spTree>
    <p:extLst>
      <p:ext uri="{BB962C8B-B14F-4D97-AF65-F5344CB8AC3E}">
        <p14:creationId xmlns:p14="http://schemas.microsoft.com/office/powerpoint/2010/main" val="6230658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061FB7-D33D-43A0-B74D-E5176406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8DB0F-E444-4A4D-9804-B7B14E40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마음이 생기는 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7085E-8C95-48A8-9AEC-F621E8E4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가르침은 그 의지 위에 얹는다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7322A2-989D-4BC6-95EB-2EBBF314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동기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16DAB-A75B-456C-B9B6-C1626C3A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 전에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싶다는 마음을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4F807-9206-4025-B9C1-86AF0455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3B2B6-85EF-4ED0-ADF2-71CA1159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쇼잉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EF1DA-CDB6-49A3-A7BA-EF338FFF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나도 저렇게 되고 싶게 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8A91C2-EA98-4B1B-A81F-628E3704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499E4-7061-4A0F-8812-B95060D6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작은 성공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3322D-A61E-4A44-A750-CA9626CF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해낸 성취감이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학습 의지를 만든다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EC63E-DEB7-44DF-8BDA-335ECE0B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34AE2-F6C6-4CD9-A122-AA335364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50</a:t>
            </a:r>
          </a:p>
        </p:txBody>
      </p:sp>
    </p:spTree>
    <p:extLst>
      <p:ext uri="{BB962C8B-B14F-4D97-AF65-F5344CB8AC3E}">
        <p14:creationId xmlns:p14="http://schemas.microsoft.com/office/powerpoint/2010/main" val="11386283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C41C6-2C20-4D6F-BD5B-383DC6C83A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cedc12ecd4a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02EB36-0E3F-42A4-8D64-FEBF945F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장 자크 루소 · 『에밀』 제2권 · 원본 수록 번역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65A06-5ADC-4F2E-85B9-A0BBA25D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시간을 잃어라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1D7AB-53DA-4916-BA28-C969ADF7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242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유용한 교육 규칙은 시간을 버는 것이 아니라, 시간을 잃는 것이다.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F0510-5668-4733-9A3A-15D76903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50</a:t>
            </a:r>
          </a:p>
        </p:txBody>
      </p:sp>
    </p:spTree>
    <p:extLst>
      <p:ext uri="{BB962C8B-B14F-4D97-AF65-F5344CB8AC3E}">
        <p14:creationId xmlns:p14="http://schemas.microsoft.com/office/powerpoint/2010/main" val="13910984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7EACA-4375-4A50-8727-AEE3100C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5F80E-EE4F-44B8-B9B9-3FC97DBD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가르치기 전에, 관찰하기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51EC80-A250-48FB-8410-4244EBF6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소극적 교육 · Negative Education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096EB4-F02F-4899-B758-0D728AE0A2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3c5d6fa0c484e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7731BC-AFF4-4B49-B2FB-19B0CAC5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조급함이 가장 큰 위험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47DFF-33AA-4368-A312-0F5CDCEC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준비되지 않은 신입에게 주입하면 텅 빈 암기에 그치고 진짜 이해를 방해한다.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AE9AC-78CE-4FEC-B2BF-55BA3355FC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1c917acc9d43b6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6761A-FCE5-45C1-A5BB-C6DF9CA5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먼저, 이해한 만큼을 관찰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B3E24-13CF-4C7A-B07B-5E390EE7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어디까지 이해하고 있는지 관찰한다. 그 위에 필요한 것을 얹는다.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4B36F-D611-4423-9AC5-A112DC0BF6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fe9f588d34cb0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540B3-3CAD-417B-8414-B0B79EAB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기다림이 가장 빠른 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99397-DD14-41F8-A4C3-820FDBC4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경험하고 성숙할 시간을 허락한다.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C05B8-A102-4F89-9393-60EDA2CD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50</a:t>
            </a:r>
          </a:p>
        </p:txBody>
      </p:sp>
    </p:spTree>
    <p:extLst>
      <p:ext uri="{BB962C8B-B14F-4D97-AF65-F5344CB8AC3E}">
        <p14:creationId xmlns:p14="http://schemas.microsoft.com/office/powerpoint/2010/main" val="17067596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5179DF-F0FF-4844-B5DD-52A362A3BE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5bb32d4bc4b2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D824A-0C3E-404A-845E-3E66DABE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A89A4-131E-4B8D-BC50-EACA24FE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 전에,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관찰하라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97A0C-7585-487C-A3D1-B168B9FB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같은 피드백도 사람에 따라 독이 되고 약이 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2CAE4-048C-4ACD-8D4F-272676BA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50</a:t>
            </a:r>
          </a:p>
        </p:txBody>
      </p:sp>
    </p:spTree>
    <p:extLst>
      <p:ext uri="{BB962C8B-B14F-4D97-AF65-F5344CB8AC3E}">
        <p14:creationId xmlns:p14="http://schemas.microsoft.com/office/powerpoint/2010/main" val="16544275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CEECCE-636E-47BB-8DD9-496C4923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8F1EE-18B2-418E-BD44-F8758E7F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관찰해야 할 네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EAAEC-EB44-491B-BC8A-201FEE69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관찰한 뒤 진단하고, 그 사람에게 맞춰 피드백한다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DD7C0-1A6D-4188-861C-20B9CB6AD3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2705699cf44f0"/>
          <a:stretch xmlns:a="http://schemas.openxmlformats.org/drawingml/2006/main"/>
        </p:blipFill>
        <p:spPr>
          <a:xfrm xmlns:a="http://schemas.openxmlformats.org/drawingml/2006/main">
            <a:off x="819150" y="2790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86EAE-AD0B-4A55-BD90-A20D693F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0EEF7-9B5F-4810-A68D-F35660D6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57A8A4-CB14-4066-8A38-B7963D9F4E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2f9bdd500f45a4"/>
          <a:stretch xmlns:a="http://schemas.openxmlformats.org/drawingml/2006/main"/>
        </p:blipFill>
        <p:spPr>
          <a:xfrm xmlns:a="http://schemas.openxmlformats.org/drawingml/2006/main">
            <a:off x="6534150" y="27908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C5287-D297-4D63-B2D2-C49AC702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76225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두려움의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491AA3-E7E5-457E-AD4A-1C9F69F1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7662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접근 · 피치 · 클로징, 어디서 멈칫하는가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EE5719-B042-4E1C-AA9D-DBFD9B2093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58b357aff4143"/>
          <a:stretch xmlns:a="http://schemas.openxmlformats.org/drawingml/2006/main"/>
        </p:blipFill>
        <p:spPr>
          <a:xfrm xmlns:a="http://schemas.openxmlformats.org/drawingml/2006/main">
            <a:off x="819150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54E797-B595-4B80-B9B6-8FE251F5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학습 속도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E20FAB-A3D6-43BD-9DA5-7DF5E0EE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어제의 피드백을 오늘 반영하는가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7E0F15-A58A-42BD-8242-06F8ED04CD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673aa2ed94af6"/>
          <a:stretch xmlns:a="http://schemas.openxmlformats.org/drawingml/2006/main"/>
        </p:blipFill>
        <p:spPr>
          <a:xfrm xmlns:a="http://schemas.openxmlformats.org/drawingml/2006/main">
            <a:off x="6534150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8FB56E-72FF-4F70-9AC8-48BC1BA6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81500"/>
            <a:ext cx="428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강점과 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9C21DD-946D-4820-84CB-4D5DE93D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95875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리액션형인가, 논리형인가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E0099C-DFC4-4D8D-8136-03776016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50</a:t>
            </a:r>
          </a:p>
        </p:txBody>
      </p:sp>
    </p:spTree>
    <p:extLst>
      <p:ext uri="{BB962C8B-B14F-4D97-AF65-F5344CB8AC3E}">
        <p14:creationId xmlns:p14="http://schemas.microsoft.com/office/powerpoint/2010/main" val="18158023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BBAA65-6422-425B-989C-A0FC0056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B51DF-D5C3-4A4D-8F3E-7C5014A1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이전부터 시작되는 관찰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3ECA61-FC87-42B1-91D9-DCA2F486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사람이 다르면, 트레이닝도 달라야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6D411A-0EA6-4990-9B7D-8E7417C1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이력서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E773B-7401-44CE-B588-48CD4E45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경력과 이전 직무에서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성향과 강점의 단서를 읽는다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D91C9-44B4-4769-ACED-BF001D72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68BAC-7093-4D51-9201-A234826D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주변 피드백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4C187-2FB8-40EE-8465-706CA440F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오너 · 클라이언트 · 교육자에게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어떤 사람이었는지 묻는다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6846F-13CC-47A0-8EC6-8B34A721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1CD90-EBC5-4828-8A4A-3DFF7A27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트레이닝 설계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8DB582-C211-4827-BEAE-833F2A80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어떻게 가르칠지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전에 미리 고민한다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0B569-3CE5-45C5-A53A-C56F2AD8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2DE805-CD66-462B-BDF3-12A3AD64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50</a:t>
            </a:r>
          </a:p>
        </p:txBody>
      </p:sp>
    </p:spTree>
    <p:extLst>
      <p:ext uri="{BB962C8B-B14F-4D97-AF65-F5344CB8AC3E}">
        <p14:creationId xmlns:p14="http://schemas.microsoft.com/office/powerpoint/2010/main" val="20338426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A657C3-AEE2-40AA-8739-8D9560C3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2732C-5CD7-48D5-A99D-84681F1D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신입에게 답이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2DFE9-4BE7-4421-B571-1FCB7396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현장의 어려움은 현장에서 답을 찾는다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F39E2B-EA10-49D8-87CE-05448024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포착하기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DEC11-97A1-45A9-A0B8-55994769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이해하지 못하거나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머뭇거리는 순간을 찾는다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45F34C-FA39-4981-BC97-4C1B6EFD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53AE7-40E7-4772-8A59-B6745461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묻기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4A4AEF-5902-4EE6-9F40-1296E432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왜 그 부분이 어려운지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입으로 듣는다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BD6E41-EB7E-46BF-8A44-D1AE28AA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D3C0C-3930-4166-922F-1BF64445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함께 찾기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F61B15-258A-4E5B-9241-D7252F35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들은 내용을 바탕으로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솔직하게 피드백한다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0194E4-8F21-4D6B-AF51-3832447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06190-3CE8-441D-BF82-9CF0C7FD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50</a:t>
            </a:r>
          </a:p>
        </p:txBody>
      </p:sp>
    </p:spTree>
    <p:extLst>
      <p:ext uri="{BB962C8B-B14F-4D97-AF65-F5344CB8AC3E}">
        <p14:creationId xmlns:p14="http://schemas.microsoft.com/office/powerpoint/2010/main" val="16686850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55F3D-23D3-4B4F-B96F-B4411774EC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bfc8287e0474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6033D-0FF0-4B34-BB7E-EF5176FE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A9DB5-44E4-4C45-A95D-4FE2DB27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트레이너가 먼저 증명하는 실력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B2974-0BE3-4840-800D-15F18D9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쇼잉할 수 있는 실전 능력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C7DD0-A45B-4A38-A7F2-DE169120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주 1회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DCE5C-C43F-496E-BD12-7A6AFD73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벨-공 세일즈 증명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41100-52F4-45D7-AE11-7FCB4B37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666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4시간 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643A7-3F75-4FDA-AB81-CE51EFF3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81575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세일즈 가능한 실력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D9F4B3-14DF-4FE9-91FE-5A33FB24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50</a:t>
            </a:r>
          </a:p>
        </p:txBody>
      </p:sp>
    </p:spTree>
    <p:extLst>
      <p:ext uri="{BB962C8B-B14F-4D97-AF65-F5344CB8AC3E}">
        <p14:creationId xmlns:p14="http://schemas.microsoft.com/office/powerpoint/2010/main" val="4895523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FA3725-EB64-470C-B013-4E5B63E1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F8B0A-99EE-426D-96D8-1A0F41BD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쇼잉과 스탠다드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6107B3-14F8-455A-A2AE-C32CD292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교육의 질은 트레이너의 실전 역량에서 시작된다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ADD8D-955D-4D1E-9BCE-D6394DFC63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7271544daf47c9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95A2D-121B-44A5-A06D-EDAC77DC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SHOWING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AC5011-3890-4A84-A3A1-3231A689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효과적인 교육은 직접 보여주기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실제 과정을 관찰하며 학습한다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378AC-FB13-4865-9895-28A61BD1E4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d37a378721480b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14485B-AAC4-4B47-BC8D-9068038A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STANDARD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ECAA05-4DBE-4FB0-BC1F-EFC5F4C2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일관된 기본 패턴을 모든 신입에게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 가능한 기본기를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905F3E-9900-4B50-8669-AE1A648F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50</a:t>
            </a:r>
          </a:p>
        </p:txBody>
      </p:sp>
    </p:spTree>
    <p:extLst>
      <p:ext uri="{BB962C8B-B14F-4D97-AF65-F5344CB8AC3E}">
        <p14:creationId xmlns:p14="http://schemas.microsoft.com/office/powerpoint/2010/main" val="3994564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6E5BB-6854-41E9-AC39-0DE2724A06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2227932fc486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D5F34-B95C-47F4-A362-3AB07C26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B3978E-0219-4439-A62A-E284077F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8B4EA-8C91-48AC-BEC7-62D512A2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FD7F1-9D61-4F25-B349-D3E12F7E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307F1-FF82-48F3-9429-9876E160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23370B-E1E9-4612-A2AB-9B8D0A19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B351E7-841C-448B-AF75-CD42E23B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698163-6CBC-44DA-B9FB-F82535F8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A1170-6A9E-487C-A4AB-18C330B7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3F1CC6-47E5-4E62-9901-014B2A00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563056-F5BB-4682-983A-EFDD757C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A0C92A-5DF4-4AA5-B1AC-ABA7062A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1BB319-ACE8-4195-A8E3-4B66CAA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50</a:t>
            </a:r>
          </a:p>
        </p:txBody>
      </p:sp>
    </p:spTree>
    <p:extLst>
      <p:ext uri="{BB962C8B-B14F-4D97-AF65-F5344CB8AC3E}">
        <p14:creationId xmlns:p14="http://schemas.microsoft.com/office/powerpoint/2010/main" val="17467539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84E5B-71CE-48F8-B5CF-6A5D31EC78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2d06c5a724417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8DD46B-9F29-4758-988F-D61529F6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1 · 경험의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6CC3B-C84C-45A6-8FD0-48E4ED9A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첫날의 리더는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안전벨트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B20D5-D23B-44C2-A096-0F89C199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마음껏 시도하게 해주는 리더십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FDF23-6388-4BD6-8C45-11F8F778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50</a:t>
            </a:r>
          </a:p>
        </p:txBody>
      </p:sp>
    </p:spTree>
    <p:extLst>
      <p:ext uri="{BB962C8B-B14F-4D97-AF65-F5344CB8AC3E}">
        <p14:creationId xmlns:p14="http://schemas.microsoft.com/office/powerpoint/2010/main" val="3560457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A54E49-A64C-462C-9B26-DB3578BA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293A7-358F-4D93-B5AB-94A79833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35252-A738-47AC-A936-C514E85E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47976-CBAB-44BE-9794-584D7C58E6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55fbcdab64fd4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81EA8-967A-4514-9566-3583DBEF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DE0F3-5355-4540-88D3-2F82E6B3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C21AB-3DAC-431E-AA6C-03E99528CE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864d4982a4233"/>
          <a:stretch xmlns:a="http://schemas.openxmlformats.org/drawingml/2006/main"/>
        </p:blipFill>
        <p:spPr>
          <a:xfrm xmlns:a="http://schemas.openxmlformats.org/drawingml/2006/main">
            <a:off x="828675" y="3576638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59D3E-DB43-4156-BD10-AFE26C0D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CE078-804F-41E0-B73B-3AD9F600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8B500-786B-449C-A6E6-5DC3BC5DA5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d5c01e5ad34a5e"/>
          <a:stretch xmlns:a="http://schemas.openxmlformats.org/drawingml/2006/main"/>
        </p:blipFill>
        <p:spPr>
          <a:xfrm xmlns:a="http://schemas.openxmlformats.org/drawingml/2006/main">
            <a:off x="828675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0C8F0-4F41-457D-AC05-3740C861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129E55-534A-4A79-AADE-A12627D9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E8A7D7-F9CC-4786-B68A-514009A288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675c8fef845e4"/>
          <a:stretch xmlns:a="http://schemas.openxmlformats.org/drawingml/2006/main"/>
        </p:blipFill>
        <p:spPr>
          <a:xfrm xmlns:a="http://schemas.openxmlformats.org/drawingml/2006/main">
            <a:off x="828675" y="5243513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419BC-D8E1-4E8B-8A16-3757AD18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13F984-65E7-403F-828A-86F38F0E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76224-6E35-4BA0-80CE-2BC25B98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50</a:t>
            </a:r>
          </a:p>
        </p:txBody>
      </p:sp>
    </p:spTree>
    <p:extLst>
      <p:ext uri="{BB962C8B-B14F-4D97-AF65-F5344CB8AC3E}">
        <p14:creationId xmlns:p14="http://schemas.microsoft.com/office/powerpoint/2010/main" val="68647349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D77F1F-F2B9-4F8D-B053-893AD6C84C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54784bec04af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1F5CCA-3CA8-430F-B7A7-E1ED955C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DAY 2 · 학습의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96F0E-5232-46B4-B322-CA52C042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성공은,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E676C-2B84-4667-98CB-585654F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둘째 날, 반드시 세일즈 1개 이상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322C7-88E7-4A89-8BC0-2F463EBC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50</a:t>
            </a:r>
          </a:p>
        </p:txBody>
      </p:sp>
    </p:spTree>
    <p:extLst>
      <p:ext uri="{BB962C8B-B14F-4D97-AF65-F5344CB8AC3E}">
        <p14:creationId xmlns:p14="http://schemas.microsoft.com/office/powerpoint/2010/main" val="2980763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55A5C0-5D6B-408E-AA01-D874979C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9CDA7C-CEB6-415E-87EE-6455748C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D2D4C-305F-4443-A79A-80E7C527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E3B9A-FCC0-45E1-9D19-0608CF0CA4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dd9613e3c4bc8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E030B1-C3D3-4AC8-8692-1DD68F3B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59C634-A10B-4AC3-8121-1D2757FD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39FE10-688D-4C69-8E35-C4367C9F7D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5e5d82d79445c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A2352-AB57-43BD-A53B-B07AA8F1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512737-74E2-4170-A539-1FFF3EAE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FA0E7-6260-4206-820C-EFC2E6AAA2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b0d5764ac42fc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56B9E-8F0E-4C70-B778-1448C531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728054-3110-46A2-A1B9-9930F2E1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E020E-2A1B-4AD2-9767-0100CE73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50</a:t>
            </a:r>
          </a:p>
        </p:txBody>
      </p:sp>
    </p:spTree>
    <p:extLst>
      <p:ext uri="{BB962C8B-B14F-4D97-AF65-F5344CB8AC3E}">
        <p14:creationId xmlns:p14="http://schemas.microsoft.com/office/powerpoint/2010/main" val="15122497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662EA5-E877-40D5-B48B-671D6A2B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DAD15D-2FE6-46E3-9532-76D39DD3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B1210-1E77-4F04-8ECA-D2CFD033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DB50DF-186E-48E9-B9D8-51BABBDE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C05971-17B3-4141-9E89-A092A56C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06AAE-AAC7-41E1-B709-ECF3CB1A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F5862-B81A-4ADB-955C-DACDBFFA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5E0ED-1EF9-41DF-BFEA-915D0E4F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AFC756-9DBD-4D29-8DF6-65BCE92B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417E90-5FC2-4BD3-9547-4899F578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B617D-AF06-48C6-B0CF-5AB9A525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6F778-D2C9-4A74-B5FB-1C0004D3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판단은 Case by Case. 기준 위에서 유연하게.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8D65-5DA5-43C7-A4BC-8C8E03C5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50</a:t>
            </a:r>
          </a:p>
        </p:txBody>
      </p:sp>
    </p:spTree>
    <p:extLst>
      <p:ext uri="{BB962C8B-B14F-4D97-AF65-F5344CB8AC3E}">
        <p14:creationId xmlns:p14="http://schemas.microsoft.com/office/powerpoint/2010/main" val="2584902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07FAB-1EEB-4460-A3C5-05B7B4F4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E3E318-09FD-480A-9B66-0ED8E880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 전에 확보할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B8CC4-A6A9-4DE8-946E-BAA95460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제로 방지를 위한 전략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0EA97-7E4A-43A4-B336-D9238A3534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df1719e3df4b51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CCB511-F2C5-4E1B-B0D5-E42F01A5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사이트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07249-7CC1-4F4F-9314-EB9D19F5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벨을 칠 수 있는 사이트를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전략적으로 고른다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75977-5D64-4680-91A3-64F17FA592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274841e5a49c5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3E951-3D0D-4A62-BCEE-0EDADE5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153C3-51F2-4FD5-A24B-04C8C48D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미리 스케줄을 짜고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성공 가능성 높은 필드에서 시간을 확보한다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10F09-EFD8-423B-B22D-5B7F5240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고려해, 반드시 오너와 상의한다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BF734-7C18-481D-A0FB-8ABB129B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50</a:t>
            </a:r>
          </a:p>
        </p:txBody>
      </p:sp>
    </p:spTree>
    <p:extLst>
      <p:ext uri="{BB962C8B-B14F-4D97-AF65-F5344CB8AC3E}">
        <p14:creationId xmlns:p14="http://schemas.microsoft.com/office/powerpoint/2010/main" val="1682397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139CEF-D5B4-48A2-B806-B2913016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F251F-D50F-4C1B-8773-BBFF7660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FAB36-C541-41D1-84A1-89C1D0EA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주목부터 거래정보 재확인까지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544E9-EE64-4014-89F6-F57D0F56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0DD46-8464-46CC-ADA9-F773EA3E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E22B7-5AFA-4AEB-838D-CC83248F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4EDC37-A7B2-490C-B073-DCE0FA61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F0A0B5-5BC9-4F7E-A24E-282DF462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F999A7-E037-432B-B40D-31B0F33A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206DF-BA98-421E-A7D7-E6B45923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502F89-6C7A-43D6-8438-454E00C6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7098C5-D5A6-48A1-A386-8CD17A47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F9EBB-3D95-4245-A9CC-EC0C12E7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6AF91D-F068-49F5-AB06-60206B83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3CDD5-3FBC-4381-A916-220B47A7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9DC47-57AF-4587-B5BB-6AF9CE0F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6184D3-BC17-4E7F-BCE2-0085780A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F25079-495B-4956-9024-38A02F7C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B6AC3D-9DF0-4FD7-8D39-596CA0E6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51AF74-DE1D-45BB-B493-F8C96FA7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F701BE-D654-442F-BF83-09AC1188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53DFF6-C653-4425-B622-32F1D406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6F36CA-5E0B-4C3F-B090-D547EAE2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2FB544-67A7-48B3-BAEB-6BD4A169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E42247-FCD5-47A9-B3B9-F59454AB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179A26-207D-490C-978E-777A0E79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D0ECF5-0AE6-4EE8-B83D-D095AE66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3E6EE8-B79E-40BD-AA4F-C12E8B94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21 / 50</a:t>
            </a:r>
          </a:p>
        </p:txBody>
      </p:sp>
    </p:spTree>
    <p:extLst>
      <p:ext uri="{BB962C8B-B14F-4D97-AF65-F5344CB8AC3E}">
        <p14:creationId xmlns:p14="http://schemas.microsoft.com/office/powerpoint/2010/main" val="182074899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4E27B9-488B-41F9-93A6-FD4A5338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5D9DFE-093F-4607-A3F8-3192FB9E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대화하고 싶은 분위기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18287-7258-44AD-89CF-2E67C42F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Intro와 Short Story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08EEF-DAAF-4843-87C6-1AF6819604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15e07a83b4f5a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AEECB-08FD-4DA7-A1EA-89B7180C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 INTRO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D3D444-F22A-492A-9AF3-7FD2A8F9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시선과 발걸음을 멈춰 세운다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적극적인 리액션과 아이스브레이크로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경계심을 푼다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07E89-374D-440D-A5F6-094F81A8B7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b151ba70fc4681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3F49F-EC6F-4BCA-B472-D01DA0889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 SHORT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F9CDD2-F993-4703-B452-34F0E472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피치와 Yes Question으로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 응답을 만든다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WOW 포인트, Tone of Voice,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Body Language를 활용한다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AB07D5-BFDA-4831-BE7D-501239C1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22 / 50</a:t>
            </a:r>
          </a:p>
        </p:txBody>
      </p:sp>
    </p:spTree>
    <p:extLst>
      <p:ext uri="{BB962C8B-B14F-4D97-AF65-F5344CB8AC3E}">
        <p14:creationId xmlns:p14="http://schemas.microsoft.com/office/powerpoint/2010/main" val="2719306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86A67-BD4D-4DC7-91C9-F7B59FAB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5F9E2-3032-42FE-8102-79EFB395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해결책 제시와 거래정보 재확인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57579-561B-4074-89C6-BD992A2A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Presentation과 Rehash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36BFA-4886-424C-9651-618AF19F6A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b53ed4ac0436e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AC661-1023-4844-8D06-07A76BD4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 PRESENTATION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0E0289-F2FF-42A6-B6F7-7A14EA0F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해결책으로 구호물품을 직접 보여준다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욕구를 최대치로 끌어올린다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BF5C4-5F93-4DB5-BE52-F1D644D1E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8bbf7179e4dde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152848-7FC9-4992-963F-1D20A42E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 REHASH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A3DC3-901F-4312-8501-2BC6850C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거래 정보를 다시 확인한다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취소율을 낮추고 구매 만족도를 한 번 더 높인다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EC6BE-9560-4D71-BE33-FCE6F16F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23 / 50</a:t>
            </a:r>
          </a:p>
        </p:txBody>
      </p:sp>
    </p:spTree>
    <p:extLst>
      <p:ext uri="{BB962C8B-B14F-4D97-AF65-F5344CB8AC3E}">
        <p14:creationId xmlns:p14="http://schemas.microsoft.com/office/powerpoint/2010/main" val="72257911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74BC92-4DA3-4C14-A6D6-CC7424FF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DE6808-5027-4463-B887-B228314A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4EF4E2-04B4-44E5-B9F6-CF353A34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48CC0-CBEB-4245-B431-1CEA3C0A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7EEC9-D184-44B7-852A-C295104D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26409-0DF8-46BF-9945-6EA24295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6AC7E-D5C5-4F40-B96C-DDE7B3FE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2A912-2588-4FC3-AF78-5B3A50F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16FA3-AB22-457B-94D2-5AB1D7FF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7834A-9EC8-41D1-AC91-05ACE95A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412A28-C28B-4123-8844-D756CE6F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0EAD60-F098-4544-A570-886D05CA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AA399-1AE9-41D2-B3EB-E53E26000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3CC578-375E-4A0A-8A5A-844DA1F9D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C67505-219A-4B02-B1A5-B5FA89AB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D92167-D2FB-4F05-B016-B484D315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6B8312-1EB4-437A-98CC-DE43D568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12953-80E4-4DF0-9F13-73711533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9EE61A-FCF7-4A76-9C17-67191907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24 / 50</a:t>
            </a:r>
          </a:p>
        </p:txBody>
      </p:sp>
    </p:spTree>
    <p:extLst>
      <p:ext uri="{BB962C8B-B14F-4D97-AF65-F5344CB8AC3E}">
        <p14:creationId xmlns:p14="http://schemas.microsoft.com/office/powerpoint/2010/main" val="16804868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96729-7D5C-4DED-AD5B-BF9DA5D0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 STEP 외 · 거절 확률을 낮추는 언어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2F51B-54F2-421A-8CEB-B562E40B9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“바쁘시니까”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“이미 좋은 일 많이 하시겠지만”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E31BF9-D916-4E5B-8161-C7A0AD05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멘트는 피치 전반에 꼭 필요한 핵심 요소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723BB-9239-45A3-9F0D-4027A4FE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25 / 50</a:t>
            </a:r>
          </a:p>
        </p:txBody>
      </p:sp>
    </p:spTree>
    <p:extLst>
      <p:ext uri="{BB962C8B-B14F-4D97-AF65-F5344CB8AC3E}">
        <p14:creationId xmlns:p14="http://schemas.microsoft.com/office/powerpoint/2010/main" val="188997772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062D9-E36D-4F1B-8972-8D37CABE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C826B-A247-49FC-80BA-4ACCF2A1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033A1-E3DA-4473-A9E5-A0EBBC10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49BF9-98F7-4D64-ACAF-DD81E85A32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aa8786f6c402b"/>
          <a:stretch xmlns:a="http://schemas.openxmlformats.org/drawingml/2006/main"/>
        </p:blipFill>
        <p:spPr>
          <a:xfrm xmlns:a="http://schemas.openxmlformats.org/drawingml/2006/main">
            <a:off x="80962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D69E19-3B4D-43DE-BB72-5CA7934F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AD944-48EA-4415-860D-4F25C371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3A5C4-0D7E-4E47-BC7C-99EADE4A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124C11-C0F3-4510-9A36-EC6198A9AE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4fa60a7a934695"/>
          <a:stretch xmlns:a="http://schemas.openxmlformats.org/drawingml/2006/main"/>
        </p:blipFill>
        <p:spPr>
          <a:xfrm xmlns:a="http://schemas.openxmlformats.org/drawingml/2006/main">
            <a:off x="641985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A45A2-81A1-4D6C-82C8-0B566FB7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15F274-34A3-49D3-AB76-57DC3E7E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40B51-707D-4AE6-A0B2-C0A63C1D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A5BBC9-BDC0-49E4-8276-63B30DF50B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fecae9f1f432e"/>
          <a:stretch xmlns:a="http://schemas.openxmlformats.org/drawingml/2006/main"/>
        </p:blipFill>
        <p:spPr>
          <a:xfrm xmlns:a="http://schemas.openxmlformats.org/drawingml/2006/main">
            <a:off x="809625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F313A0-D3F3-4F4E-97A7-942B4961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C13B41-015D-4A61-92D9-ED129FF0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668C69-CFF3-4184-80F2-142E6A18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8F4C1-0BAE-4B9D-8A0F-7FDFDED906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cb452c4304179"/>
          <a:stretch xmlns:a="http://schemas.openxmlformats.org/drawingml/2006/main"/>
        </p:blipFill>
        <p:spPr>
          <a:xfrm xmlns:a="http://schemas.openxmlformats.org/drawingml/2006/main">
            <a:off x="6419850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A96AF-6672-40F9-AE4C-2FE238D9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00783-119D-40E1-9F2C-B7C553E3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EC328-8D2D-4873-83EB-9FDD2F28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B19FBD-D0D6-4141-B007-78253774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26 / 50</a:t>
            </a:r>
          </a:p>
        </p:txBody>
      </p:sp>
    </p:spTree>
    <p:extLst>
      <p:ext uri="{BB962C8B-B14F-4D97-AF65-F5344CB8AC3E}">
        <p14:creationId xmlns:p14="http://schemas.microsoft.com/office/powerpoint/2010/main" val="75369969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C82E16-835D-4FF9-8B3F-014A3F71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FAE64-84EB-4303-AB8D-9D9F6F2F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세 가지 시간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F75C1-4ACE-4D4A-953B-1EAAB9BC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 전, 필드 중, 필드 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262E1-AE60-4846-9B7D-EB2FF6F29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WHAT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4691B-336B-459F-AD0D-624C43FB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16787-9A59-4090-89F9-5702199D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점검하고 설계한다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C1BEC1-2A1F-4D8B-AD0F-B8ADB423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HOW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B3A46-5FBC-4B28-9664-80BE4B72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B6DFB-2DD7-4C29-9C0E-217B3F3C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 보여준다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4B3B3A-4D5A-4910-86E1-228004CD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WHY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F7DCA-5709-4F75-B20E-4A49479A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448050"/>
            <a:ext cx="336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E06B2A-734D-424A-8C88-612DFD931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048125"/>
            <a:ext cx="336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돌아보고 다음을 설계한다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755D11-61D8-4F1D-A60F-4AC1456A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27 / 50</a:t>
            </a:r>
          </a:p>
        </p:txBody>
      </p:sp>
    </p:spTree>
    <p:extLst>
      <p:ext uri="{BB962C8B-B14F-4D97-AF65-F5344CB8AC3E}">
        <p14:creationId xmlns:p14="http://schemas.microsoft.com/office/powerpoint/2010/main" val="115922974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3B8F83-7C5E-4828-A87B-8D9E7339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4594D-213D-4EC1-AFC3-2D1C38AC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 · 함께 준비하는 여섯 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20CF0-4C9D-481B-BE66-810C8372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배울지와 어떻게 시도할지를 함께 설계한다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2DB5E1-B903-4CD1-B57E-92C8F3019A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99d37df174c9d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8FC973-2C87-4F27-AB2F-D615317E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피치 점검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4243A-6E2C-4083-BEA5-811B82C5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 숙지 · 클로즈 · 약정서 핸들링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F19E8A-9CEF-4D92-9D28-A7BF3AA5BC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d7047abe5451d"/>
          <a:stretch xmlns:a="http://schemas.openxmlformats.org/drawingml/2006/main"/>
        </p:blipFill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AFF905-632B-477F-830C-A6D04C34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니즈 파악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C482C4-6B1F-4DEF-83B4-28F1A9F0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필드에서 배우고 싶은 것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86C6A7-37A2-4BB4-8AC7-41FEFAA788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2c9ccae947481f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B46C0-E8E6-425C-A4A2-69ABB61B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ED5E0-E2FD-47EC-8C4F-283869BA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필드시간 · 리해쉬 · 클로즈 · 개인+섹터 AVG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200D0-EBE8-4B15-B98B-613435A72B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a7aed5ac7486a"/>
          <a:stretch xmlns:a="http://schemas.openxmlformats.org/drawingml/2006/main"/>
        </p:blipFill>
        <p:spPr>
          <a:xfrm xmlns:a="http://schemas.openxmlformats.org/drawingml/2006/main">
            <a:off x="6438900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A0CF37-130F-451E-BA41-5CB033C9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사이트 전략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6CE5D-DCFB-4B9E-8EFF-E12B11CF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사이트를 익숙하게 하고 할 수 있다는 기대 만들기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6062A0-9CF5-4893-9450-2EBD701CDD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0c7f9c4e7b476a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081FB7-D730-4879-9EDB-126B8310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프리엠티브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6AB8F2-CB3C-4723-B05B-1E944232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타 에이전시 · 우천 등 네거티브 요소 사전 안내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EE632B-0553-445E-9C25-0744074233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7e5f81bbea4362"/>
          <a:stretch xmlns:a="http://schemas.openxmlformats.org/drawingml/2006/main"/>
        </p:blipFill>
        <p:spPr>
          <a:xfrm xmlns:a="http://schemas.openxmlformats.org/drawingml/2006/main">
            <a:off x="6438900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16B43E-6721-4273-B748-632AE62E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물품과 복장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CC9BC4-1FFB-495B-AB1E-7774977C0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 · 조끼 · ID카드 · 태블릿 · 부스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B0DB95-4C0F-4CB4-8779-50C34DD5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28 / 50</a:t>
            </a:r>
          </a:p>
        </p:txBody>
      </p:sp>
    </p:spTree>
    <p:extLst>
      <p:ext uri="{BB962C8B-B14F-4D97-AF65-F5344CB8AC3E}">
        <p14:creationId xmlns:p14="http://schemas.microsoft.com/office/powerpoint/2010/main" val="20592921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AC22BC-DABA-4E75-B483-B4847A17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D60AB-D4C8-4ABA-84F7-65B563A5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중 · 실시간으로 끌어가는 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ACD463-807B-4BB5-A413-FF544E39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관찰하고, 보여주고, 케어한다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75BFA-5E53-40A8-A6F7-D5D91E85D8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55d012118a481e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16A27-704D-43F8-9C90-C454FA3A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대상 파악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175CB-8559-4E2C-930F-B8D1BD79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이해도를 파악한다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01DC8-B5E8-4AD0-A6DB-43659EA7EC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e1a58863994541"/>
          <a:stretch xmlns:a="http://schemas.openxmlformats.org/drawingml/2006/main"/>
        </p:blipFill>
        <p:spPr>
          <a:xfrm xmlns:a="http://schemas.openxmlformats.org/drawingml/2006/main">
            <a:off x="643890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50437-4634-4969-AB7E-78699BB0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7146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집중과 계속 시도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228F2-54D5-4520-AC32-C5E77D87A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1242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계속된 시도로 객관적 데이터를 쌓는다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BF59B5-7713-4DD9-8127-F4CE5EB7AA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8bf05f1964d6b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665A1-6E6E-4F52-8D7A-D23C3EE6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상황에 맞는 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C1FEE-E592-4A0E-9F6E-53EA6F60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칭찬 · 즉시 CS · 넘버 피드백 / 2시간마다 콜백싯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E58D68-79C5-4882-BD56-AB2FD84980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6cf5d6ed94ccd"/>
          <a:stretch xmlns:a="http://schemas.openxmlformats.org/drawingml/2006/main"/>
        </p:blipFill>
        <p:spPr>
          <a:xfrm xmlns:a="http://schemas.openxmlformats.org/drawingml/2006/main">
            <a:off x="6438900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FD3356-2C69-43AF-8633-34DF970F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8195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Showing Is The Best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C2A20E-B175-4072-841B-C49F1EB7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2291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쉽고 빠른 벨로 직접 보여준다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843677-C005-4435-B3EF-D436C9B10E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bb7b427114b07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14798B-9307-4DC3-B3BF-1E704BD1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네거티브 파악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D88C89-8B26-4006-91B0-568BE3F1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빠르게 해결하고 멘탈을 케어한다</a:t>
            </a:r>
          </a:p>
        </p:txBody>
      </p:sp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A04E7-CEF9-4278-A5D3-32C6A00543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eaa0f2b908466f"/>
          <a:stretch xmlns:a="http://schemas.openxmlformats.org/drawingml/2006/main"/>
        </p:blipFill>
        <p:spPr>
          <a:xfrm xmlns:a="http://schemas.openxmlformats.org/drawingml/2006/main">
            <a:off x="6438900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2930D-E1BF-4819-BAD3-207F4920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24425"/>
            <a:ext cx="44100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좋은 소식 공유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987182-410A-4327-AFEC-9BC6B9DC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334000"/>
            <a:ext cx="44100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시민의 응원과 후원자가 남긴 후원 사유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65785D-FB8B-43D8-8D27-7BE091F1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29 / 50</a:t>
            </a:r>
          </a:p>
        </p:txBody>
      </p:sp>
    </p:spTree>
    <p:extLst>
      <p:ext uri="{BB962C8B-B14F-4D97-AF65-F5344CB8AC3E}">
        <p14:creationId xmlns:p14="http://schemas.microsoft.com/office/powerpoint/2010/main" val="13181457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8C807-CA8A-46B5-9A2A-9F7ED8E57F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554b74b50644e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1BD89-AF75-4E10-9CC9-8045A9DA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CAF5C-76E2-4D29-A9AB-14C27DEC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후 · 하루를 남기는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8C83A1-2816-416A-90AA-B10B537A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오늘을 복기하고 내일을 설계한다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5B632-CCB6-4287-AF2C-8C998C4E5A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2e445d724452f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D3559-E95B-4A95-8A45-9FACD880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소감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422CA1-5D8D-4521-90DE-5186CF77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 어땠는가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무엇을 배웠고, 무엇이 좋고 아쉬웠는가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187E8-A125-4542-971E-24AF7C25D4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45dd6e5404c6d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01E89-2F7E-4478-9EF5-A1A8844A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콜백싯 기준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03394C-00D6-4C92-9BBE-50F6A8B7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함께 필드한 사람들의 넘버를 비교한다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넘버 · 스킬 · 태도의 보완점을 이야기한다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0D90A5-D378-496C-80BB-368D84B6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30 / 50</a:t>
            </a:r>
          </a:p>
        </p:txBody>
      </p:sp>
    </p:spTree>
    <p:extLst>
      <p:ext uri="{BB962C8B-B14F-4D97-AF65-F5344CB8AC3E}">
        <p14:creationId xmlns:p14="http://schemas.microsoft.com/office/powerpoint/2010/main" val="204924866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DC452B-CC9B-46FD-B278-00894885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994C9B-4B4E-4106-8470-ED791D2D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기본 5일 교육 일정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A79BC1-1355-4ACF-8CFD-F2E22A82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일정을 미리 안내한다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F8C22-A1F6-4D7A-A7FE-FF26165A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52AF2-0FDB-4CCF-A3C8-275A12DD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12368C-907C-4356-88CA-74D7F0A7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147C5D-198F-4246-8393-042B4F9D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작성법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CD0022-BE91-4706-809D-78068A43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303B13-9467-47BC-8666-CB4F2E57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1BC85-9802-478D-9E3F-0EE7B929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A2DAF-4704-4C2E-8B31-368A7D87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분석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FC324F-FB74-44EC-BD7A-03184D2B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Contact to Stop</a:t>
            </a:r>
          </a:p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부스 컨트롤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EA6E1-92C5-4216-9A38-A76162A2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BE76B7-9A58-4ECA-9043-01AC17DD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3CD13-FABF-40BB-89CE-24052E97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36AF9-22B1-4502-A573-13DB63E2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81029A-1CA8-4EDC-BB2F-FEE03D92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표준 흐름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91AC5-5734-4AC1-821D-27B5CD29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415C89-137A-49DC-9D0A-B79EAEDA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E2571C-72C5-44AA-970D-61BD2AF4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8CB32A-B721-486E-94AC-72729E5B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AD6734-A57A-4FFD-B35B-B99BF87F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클로징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3C665D-2C30-4E7B-8A46-2360E2E9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B6EAC6-0A6A-4A7F-9E5E-B35D3BD6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09E53B-2C5D-4091-98F0-FF9E09C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C22686-7470-4E65-ABF6-2ED1A263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약정서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A74531-8208-436B-8FB9-026A24DA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리해쉬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BF3359-1D47-4DC4-9838-0A599E45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31 / 50</a:t>
            </a:r>
          </a:p>
        </p:txBody>
      </p:sp>
    </p:spTree>
    <p:extLst>
      <p:ext uri="{BB962C8B-B14F-4D97-AF65-F5344CB8AC3E}">
        <p14:creationId xmlns:p14="http://schemas.microsoft.com/office/powerpoint/2010/main" val="40975957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60DEFA-BD52-4BCA-9361-A966A7C959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eb9709ae446b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BC14C-E129-45AF-95E4-BB61D993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12E29-621D-4896-9FB6-2F8BBD88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필요한 말인가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63522-397F-4D2C-B074-AA5A42D0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하고 싶은 말보다, 상대에게 정말 필요한 말인지 먼저 고민한다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5131-3E9D-4174-B5BE-78081932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32 / 50</a:t>
            </a:r>
          </a:p>
        </p:txBody>
      </p:sp>
    </p:spTree>
    <p:extLst>
      <p:ext uri="{BB962C8B-B14F-4D97-AF65-F5344CB8AC3E}">
        <p14:creationId xmlns:p14="http://schemas.microsoft.com/office/powerpoint/2010/main" val="42523211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3CBDE-D105-4FA3-B34F-E8D7F51C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C9B8F-3839-4F2C-8BCD-0E61BE2B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39BB6-C1E3-4460-8D1A-0C8AB5F7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C2809-2A7E-4F60-A4E3-4200ED4D9C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531be84e254e1e"/>
          <a:stretch xmlns:a="http://schemas.openxmlformats.org/drawingml/2006/main"/>
        </p:blipFill>
        <p:spPr>
          <a:xfrm xmlns:a="http://schemas.openxmlformats.org/drawingml/2006/main">
            <a:off x="762000" y="2714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628BD-BAE6-4D29-B5B5-0BC21513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C54272-2772-4814-8586-00DC5B32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03576-E053-4D94-B535-C2C38DBAC5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98bfcbc5904bf6"/>
          <a:stretch xmlns:a="http://schemas.openxmlformats.org/drawingml/2006/main"/>
        </p:blipFill>
        <p:spPr>
          <a:xfrm xmlns:a="http://schemas.openxmlformats.org/drawingml/2006/main">
            <a:off x="762000" y="33813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DA722-8AEC-4840-992A-6C01A39E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9563B0-E8CA-484A-99D5-790B0812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2788A-4F00-40C9-8D08-5797F54777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91e2a99384408"/>
          <a:stretch xmlns:a="http://schemas.openxmlformats.org/drawingml/2006/main"/>
        </p:blipFill>
        <p:spPr>
          <a:xfrm xmlns:a="http://schemas.openxmlformats.org/drawingml/2006/main">
            <a:off x="762000" y="4048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C381C9-4AEC-452A-9FC8-9D50333D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52040-1496-4BA3-938E-48A4E6AB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7A617-C91E-4DAB-A0CF-251F6FA890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86837a07e4b35"/>
          <a:stretch xmlns:a="http://schemas.openxmlformats.org/drawingml/2006/main"/>
        </p:blipFill>
        <p:spPr>
          <a:xfrm xmlns:a="http://schemas.openxmlformats.org/drawingml/2006/main">
            <a:off x="762000" y="47148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5D6333-437D-4838-83CE-04F03B20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F4E0F-4E90-475B-A735-431962C1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A9B30E-9098-4A69-AF55-53F5042CA1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9826a17af4d32"/>
          <a:stretch xmlns:a="http://schemas.openxmlformats.org/drawingml/2006/main"/>
        </p:blipFill>
        <p:spPr>
          <a:xfrm xmlns:a="http://schemas.openxmlformats.org/drawingml/2006/main">
            <a:off x="762000" y="5381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BE4DD-5DD5-4896-B115-6CC45ED4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68EEF8-FB2C-45B3-A889-4E5AAC36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A041FE-D67B-4FAD-AD2D-E9CF2722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0F8163-570B-4622-A598-8E2FFDD9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33 / 50</a:t>
            </a:r>
          </a:p>
        </p:txBody>
      </p:sp>
    </p:spTree>
    <p:extLst>
      <p:ext uri="{BB962C8B-B14F-4D97-AF65-F5344CB8AC3E}">
        <p14:creationId xmlns:p14="http://schemas.microsoft.com/office/powerpoint/2010/main" val="94873765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242C6-4BEB-4985-8838-12859D55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AA0A1-E199-47D4-B9DD-94576084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2E295-7722-41FF-9B89-F24AABF3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D2163-8363-4BD3-ACD8-2F9F96C08A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e6135c4cb2455f"/>
          <a:stretch xmlns:a="http://schemas.openxmlformats.org/drawingml/2006/main"/>
        </p:blipFill>
        <p:spPr>
          <a:xfrm xmlns:a="http://schemas.openxmlformats.org/drawingml/2006/main">
            <a:off x="7239635" y="24765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0D5256-FB6F-472C-B063-439ABA69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55ED43-D752-4B73-A482-8EAE49A19D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429a304ac40a8"/>
          <a:stretch xmlns:a="http://schemas.openxmlformats.org/drawingml/2006/main"/>
        </p:blipFill>
        <p:spPr>
          <a:xfrm xmlns:a="http://schemas.openxmlformats.org/drawingml/2006/main">
            <a:off x="7239635" y="35433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EE176-4CA4-4279-BB98-1C8CD9AF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6F585-B0C9-4A6A-813F-C8591CF38C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70a325434f95"/>
          <a:stretch xmlns:a="http://schemas.openxmlformats.org/drawingml/2006/main"/>
        </p:blipFill>
        <p:spPr>
          <a:xfrm xmlns:a="http://schemas.openxmlformats.org/drawingml/2006/main">
            <a:off x="7239635" y="46101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5DC7C-EAF7-4469-944D-A2BC6AD6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816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360D9-97CB-44E1-88C3-33239D40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F76AB7-0A68-4E1D-95E0-E9F53E0A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BCE1A-7AC5-468E-A652-2B19A17E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537CC-58B4-4FAD-81F9-1452778A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8C5024-92A6-4893-88B3-415E1178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D52BA-B764-413D-BB34-A9FA18FC3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301DD-F98D-4E08-922F-F1DFF447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B0448-F7D7-4EC4-8769-42221731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34 / 50</a:t>
            </a:r>
          </a:p>
        </p:txBody>
      </p:sp>
    </p:spTree>
    <p:extLst>
      <p:ext uri="{BB962C8B-B14F-4D97-AF65-F5344CB8AC3E}">
        <p14:creationId xmlns:p14="http://schemas.microsoft.com/office/powerpoint/2010/main" val="189014032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3184F3-B6EB-45B0-9EA0-8E797595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A6726-A577-4AB4-84D0-855EB8D1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3DF19-AC2C-4317-9D62-5AF57648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 · 행동 · 영향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AC818-CE0B-4D62-B2CD-A1BBE2D94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B02DF-9D20-49CD-8985-4A207178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AA3B8-10F1-44A4-B7B8-EDCA43E0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4D18D-29F2-42C3-B97F-3C7E2A4B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이럴 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FF1DA-E1CC-4BE3-8517-174087A8A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448FC-BBEB-4D68-9312-93F2FE3F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B6F58-1690-4C57-AD97-CAE6E7F9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E77CE-0FF1-45F7-816D-A3A008B5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이렇게 하면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BD4D3-D8EC-4565-9ACD-8E28E6AA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B4735-035B-4E48-9CE2-8096C352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AB208-A4A1-4EC3-AFD1-9A7E3173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D9D7B6-1BDB-400F-AB98-CEA5A0FC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이런 장점이 있어요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29D910-AE77-4AD7-B8D6-81B203D0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 이렇게 하면 이런 장점이 있어요!”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C50CA9-25A9-4997-A2F7-CE292E43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35 / 50</a:t>
            </a:r>
          </a:p>
        </p:txBody>
      </p:sp>
    </p:spTree>
    <p:extLst>
      <p:ext uri="{BB962C8B-B14F-4D97-AF65-F5344CB8AC3E}">
        <p14:creationId xmlns:p14="http://schemas.microsoft.com/office/powerpoint/2010/main" val="12027971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2C5430-2679-4509-9EA8-B70B2F71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D82B2B-2CD9-4046-BFBB-734C87B4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AB930-21A4-4F6E-ABF7-08F75557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68922-D336-4172-8E07-A1A07934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B6D0A-48ED-4E4A-BA93-F5527EEA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DB0B78-A3C9-4512-9F4B-A2BC089C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72AB54-D91F-489A-BD34-A09117BA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72F3E6-6B97-4CF6-9A2F-5F173BFB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9F8B66-0C15-4C6F-9A06-0028CAE4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DEB4F-CE55-49BC-8CE8-9E59511A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E512F-8C2A-4500-9DE6-E0305F40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37099-E6D0-43E2-AF59-B5F6780F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6BFCC0-B189-4A0C-8D16-AA21C6EC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AD6BF-EFD8-4D2B-A18E-2D85B8F1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8290CE-7098-4A01-86E3-38EC4561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E045EA-BEAF-47A7-A981-FFE269F7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67000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B48E5B"/>
                </a:solidFill>
                <a:latin typeface="Apple SD Gothic Neo"/>
                <a:ea typeface="Apple SD Gothic Neo"/>
                <a:cs typeface="Apple SD Gothic Neo"/>
              </a:rPr>
              <a:t>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31E7E1-5C17-4F4A-8F08-8424FE5F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724275"/>
            <a:ext cx="188976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31756-1CBB-4DF3-9730-EF61285D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362450"/>
            <a:ext cx="188976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50E952-E494-4287-BB85-76714AAA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A17E7B-9022-4E6F-BE4D-A220A10B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36 / 50</a:t>
            </a:r>
          </a:p>
        </p:txBody>
      </p:sp>
    </p:spTree>
    <p:extLst>
      <p:ext uri="{BB962C8B-B14F-4D97-AF65-F5344CB8AC3E}">
        <p14:creationId xmlns:p14="http://schemas.microsoft.com/office/powerpoint/2010/main" val="171370806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CBF8E-B290-4A3C-96F7-A059DD1A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6ABBE-BC2E-4B8F-892F-5B37EA6C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9E607-199D-4DF7-B17F-5C881033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521D38-7C2B-4CE7-9EE4-E789634C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162734-74C6-4CE1-89D5-D459DDDF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400306-95C0-4333-8EDF-FF6BD1F8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1AC98-4A21-4FB9-8C34-EC2B9B2C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50BB2C-8C71-4924-BE27-626347C0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2802A6-5C42-4EED-B0C9-7F38525B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8129F-D9EC-4BB5-A651-C34501BD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C7D79-667A-4451-8930-D2FDA29C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D0BCE7-778C-4532-BD53-55419BA6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0299FA-35DF-4C24-87ED-2F5D8CD4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B50056-7163-414C-99BA-60162A33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0964F0-B41F-4F3F-9A36-F841F2F9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1C1AF6-28BD-40A0-AE45-D96E11B4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8E6688-C5DA-4A81-9759-8A90E19C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37 / 50</a:t>
            </a:r>
          </a:p>
        </p:txBody>
      </p:sp>
    </p:spTree>
    <p:extLst>
      <p:ext uri="{BB962C8B-B14F-4D97-AF65-F5344CB8AC3E}">
        <p14:creationId xmlns:p14="http://schemas.microsoft.com/office/powerpoint/2010/main" val="2505132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47AC0-A5C8-40A9-A201-20622D2888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0b7391834d448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72F8A9-8186-4EC0-AE7C-12527273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0BC72-52B4-4A8D-B66A-F73193F9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혼자 설 수 있는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6주를 설계한다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DE7B0-B6DE-4430-8B68-59E68BEA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전략적인 스케줄과 필드 시간 확보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EAAD90-5D0E-4EBE-8F34-55936302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38 / 50</a:t>
            </a:r>
          </a:p>
        </p:txBody>
      </p:sp>
    </p:spTree>
    <p:extLst>
      <p:ext uri="{BB962C8B-B14F-4D97-AF65-F5344CB8AC3E}">
        <p14:creationId xmlns:p14="http://schemas.microsoft.com/office/powerpoint/2010/main" val="445325307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2F06D-5615-45DD-AB53-47467E68A8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6f2eb498e456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662A4-D558-46A3-957C-FB0A9611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1BBF1-63FE-4F2A-B9A0-16545740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69D79-B1F3-458C-AA33-73A9123D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32493-93A1-48BA-8443-DE504B8D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73C27B-C719-4AAF-9DEC-F2163DF5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A78DF-5931-4DC6-912D-A861B4EB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08AC3-133F-4CBD-80CA-68C7047A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70154-3641-4171-AD84-4DDD5F66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CC84D-46AA-4EA8-9AC2-2E26C934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E3F5B-6B40-4862-8369-776792C2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E20DC-13AF-4F02-A76D-75042FAF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66B7E4-C189-449B-A563-AE9D611A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474E10-6BFE-47CD-8E08-0721859F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8D345-601C-4204-A52F-FFC067FC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39 / 50</a:t>
            </a:r>
          </a:p>
        </p:txBody>
      </p:sp>
    </p:spTree>
    <p:extLst>
      <p:ext uri="{BB962C8B-B14F-4D97-AF65-F5344CB8AC3E}">
        <p14:creationId xmlns:p14="http://schemas.microsoft.com/office/powerpoint/2010/main" val="117415493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0C9DA-140B-4E35-87C4-03CEE2D8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A0A053-AB1C-4437-A794-A245676B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91CF9-5DF0-476E-9235-B8A4FFBA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26DD7-446D-40A0-8AC5-B534B55E6F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b7f06e4f14cf5"/>
          <a:stretch xmlns:a="http://schemas.openxmlformats.org/drawingml/2006/main"/>
        </p:blipFill>
        <p:spPr>
          <a:xfrm xmlns:a="http://schemas.openxmlformats.org/drawingml/2006/main">
            <a:off x="8191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A1987-B98A-4DB2-8F7F-CEC9B3B92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047EF5-5387-4B84-B39A-B1679410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E059D7-2067-47D9-9F53-1E157A75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EEF867-6C6A-4932-9A0E-167A02599B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f6e622c973458f"/>
          <a:stretch xmlns:a="http://schemas.openxmlformats.org/drawingml/2006/main"/>
        </p:blipFill>
        <p:spPr>
          <a:xfrm xmlns:a="http://schemas.openxmlformats.org/drawingml/2006/main">
            <a:off x="45085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4A6E7C-684B-4BC3-B96B-8784E457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27F7BB-A960-4B41-9E80-7CF8AABB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899A7-4C5D-4038-95CD-69E458A8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49B27-27C9-4A76-A4BF-3ECAA70E95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82403b0eb49e3"/>
          <a:stretch xmlns:a="http://schemas.openxmlformats.org/drawingml/2006/main"/>
        </p:blipFill>
        <p:spPr>
          <a:xfrm xmlns:a="http://schemas.openxmlformats.org/drawingml/2006/main">
            <a:off x="81978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8D895-5C71-47F5-8E3A-0F1B797F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E3A6E2-5E04-4DA2-8A77-3DB5FD5F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B2A2A7-7837-4CD4-9603-78776B6F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8366E-FA8E-4FB6-8566-0CC4C9E6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40 / 50</a:t>
            </a:r>
          </a:p>
        </p:txBody>
      </p:sp>
    </p:spTree>
    <p:extLst>
      <p:ext uri="{BB962C8B-B14F-4D97-AF65-F5344CB8AC3E}">
        <p14:creationId xmlns:p14="http://schemas.microsoft.com/office/powerpoint/2010/main" val="21836918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5D95DF-ED63-45C7-A702-3F30E11E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1C544-E7D4-47EA-83D7-9FE2CC54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캔슬 관리와 그로스 집중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21B13A-DC4D-4D9D-AD47-21F96826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두려움이 세일즈 확신을 떨어뜨리지 않도록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BEA78-4ADE-434A-9F4C-0051D4D939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6dbd78ce9f414b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BA216-D521-4D3D-98A9-1675E55D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MANAGEMENT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4BC56-266B-4EA4-AA6F-D6F1F239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캔슬은 지점 차원에서 관리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BEP 대비 세일즈 타겟과 최종 수익을 분명히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CA729-966E-42B2-B3FD-B64D1F032D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d9860953348d5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F9931-A638-4DD0-AC88-A3A4CB33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66726-5FF8-4ACD-B543-CE092515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그로스(Gross)에 집중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리젝을 자연스러운 일로 받아들일 심리적 준비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B66C6-F336-4762-8774-E7D829FE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원본의 안내 기준: 리젝 20–30% 가능성 / 하이롤러 1일 1건 리젝 리스크, 주 10세일즈+ 사전 프리엠티브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BF167-E011-4614-A491-3336B238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41 / 50</a:t>
            </a:r>
          </a:p>
        </p:txBody>
      </p:sp>
    </p:spTree>
    <p:extLst>
      <p:ext uri="{BB962C8B-B14F-4D97-AF65-F5344CB8AC3E}">
        <p14:creationId xmlns:p14="http://schemas.microsoft.com/office/powerpoint/2010/main" val="159057924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11AB93-58EB-479C-A549-A1D0BDF1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C096D6-B683-4BA4-A19C-8CA36AA5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매슬로우 5단계 욕구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04227-A8A8-47AB-ADC1-9868AFA1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다음 단계로 나아가도록 돕는다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D3B63-7628-49EF-8563-D1FDC131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18A38-5279-4621-9589-B55210E8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생리적 욕구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9C97B-7644-450F-8E23-4F971D6C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기본 생계와 수입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54854-1E85-4CCE-9288-19F3D642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8862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C06383-5AC2-4FCF-A1BB-5B399928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4767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724AF2-F11C-4CD6-BF5E-9231FE3C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50768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 제거,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안전한 도전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426EE-A837-461E-B75A-C5672E84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4861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2C205F-4CC8-473F-86E0-BAE8766B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0767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소속·애정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270ECB-609E-4149-82F1-5F003986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6767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팀의 일원이라는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소속감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4444AB-AE69-4BBB-AEBD-D084F538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0861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0FBAE5-3650-4DFE-A0A6-B04F591D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67665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존중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D53993-8C2F-468A-BB99-9DF15665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27672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인정과 칭찬,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성취를 알아주기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274C30-166A-469A-AE05-A6CFDDB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68605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21F14C-8B36-4C27-801F-69557B34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276600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자아실현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EA93B0-94A6-4D5E-B01E-09FBEFC9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876675"/>
            <a:ext cx="188976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더 큰 목표,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리더로 성장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A32957-0476-4DD4-BD57-32E95378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원본에서 제시한 트레이닝 해석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5F0D12-1B9D-44DA-8AF0-9B606B1C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42 / 50</a:t>
            </a:r>
          </a:p>
        </p:txBody>
      </p:sp>
    </p:spTree>
    <p:extLst>
      <p:ext uri="{BB962C8B-B14F-4D97-AF65-F5344CB8AC3E}">
        <p14:creationId xmlns:p14="http://schemas.microsoft.com/office/powerpoint/2010/main" val="75958015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78C53-7C14-4DB2-9AE1-DA303949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D4EDD-CBD4-454A-9B06-1D9E4AF1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결과를 함께 책임진다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10171-801F-4B72-B1E9-5005B308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원칙, 그리고 Case by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350AC-429C-41DE-AF1C-49A3742D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14EF64-4403-455C-8CC3-F7DED250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트레이너의 책임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243A2-5B50-4F72-AD0A-6CF93A59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35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7E429-E52F-4002-8A46-69772D7D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625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책임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E40E0-7FA2-4CB8-AA14-24C82B9A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43 / 50</a:t>
            </a:r>
          </a:p>
        </p:txBody>
      </p:sp>
    </p:spTree>
    <p:extLst>
      <p:ext uri="{BB962C8B-B14F-4D97-AF65-F5344CB8AC3E}">
        <p14:creationId xmlns:p14="http://schemas.microsoft.com/office/powerpoint/2010/main" val="55223777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63C28-CA2B-4666-B331-19D88B37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CDB0A-8998-4451-B2CF-65090D02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A7D48-0352-4730-A9C5-E0C8BEDC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오너와 상의하고 개별 상황을 고려한다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1B1E2-37AA-43D4-BC37-FB4316754C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2339dfb324828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B8D84-4FA1-4FE5-AB94-7C404F43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D3BAC9-6679-4329-A8D0-5FBF79F1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5BCB6-826B-48C0-9392-2B2A4111CE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054eb6b074995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E373C-436F-4133-A824-CF6CB0D6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161AC8-3046-485D-A5AB-23C2F5DD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A8F7A-86E4-4615-9257-B91868D6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명확한 기준과 일관된 원칙 위에서, 개별 상황에 맞춰 최선의 결정을 내린다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AAAB18-FDE9-4C36-A1CD-DA5DF0B7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44 / 50</a:t>
            </a:r>
          </a:p>
        </p:txBody>
      </p:sp>
    </p:spTree>
    <p:extLst>
      <p:ext uri="{BB962C8B-B14F-4D97-AF65-F5344CB8AC3E}">
        <p14:creationId xmlns:p14="http://schemas.microsoft.com/office/powerpoint/2010/main" val="13124309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8CAE57-8813-4A25-9F92-4DCD5A2E23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af85c8e6f4d0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F408F-F98B-436D-9999-BAEEEE95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『에밀』에 관한 원본 강의자의 해석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CE086-AA87-45BE-9FB0-55480B67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알고 싶고,</a:t>
            </a:r>
          </a:p>
          <a:p xmlns:a="http://schemas.openxmlformats.org/drawingml/2006/main">
            <a:pPr algn="l">
              <a:def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배우고 싶은 욕구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7D1905-0E32-445C-9EB1-EA2ED07E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704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가르침보다 먼저 마음이 움직이게 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8E08FC-B94B-405C-8869-E2DC1974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45 / 50</a:t>
            </a:r>
          </a:p>
        </p:txBody>
      </p:sp>
    </p:spTree>
    <p:extLst>
      <p:ext uri="{BB962C8B-B14F-4D97-AF65-F5344CB8AC3E}">
        <p14:creationId xmlns:p14="http://schemas.microsoft.com/office/powerpoint/2010/main" val="52477675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6EE17-AE19-4692-9D8C-3BBCF987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DC664-927A-4AC5-A0CA-B1B077B9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우리의 트레이닝과 닿아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B47B5-F1EB-4DBB-9C77-3BCBF086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결국 신입에게 답이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B7119-8232-4090-8ABC-F3764EA5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먼저 배우고 싶게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B04C06-422C-4EE3-8056-87EAB6E6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지식보다 먼저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호기심과 욕구를 켠다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844BC-A527-440E-93CA-99B0127A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604E1-FB9A-4A2B-8EDC-AAD6DE92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앞서지 말고 관찰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D8A3C-0340-4D99-8E63-E80D93B4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깨닫게 두고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필요할 때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1B4CF-F839-4600-BEC8-3E747AA8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3DDEFB-1B0A-4DE3-990A-7184C514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857500"/>
            <a:ext cx="336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경험이 곧 배움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36470-2661-47EF-A827-3BD04FBC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905250"/>
            <a:ext cx="3365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어려움 속의 경험으로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신입은 자란다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CA342-EDC1-45F5-92D5-8A436F80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2524125"/>
            <a:ext cx="322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F161CE-EB87-40E2-A82B-B5B209DB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46 / 50</a:t>
            </a:r>
          </a:p>
        </p:txBody>
      </p:sp>
    </p:spTree>
    <p:extLst>
      <p:ext uri="{BB962C8B-B14F-4D97-AF65-F5344CB8AC3E}">
        <p14:creationId xmlns:p14="http://schemas.microsoft.com/office/powerpoint/2010/main" val="100122733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3CA8D0-FFD8-4ABE-BF4A-9297AFC3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EPILOGUE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3CD7C-2055-4EBE-B30C-5A2A0FF5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EEB5B-CE59-424B-AECC-7EAA7E4C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BB674-8134-45BA-8BDA-E1650FF9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5F73B-DFA4-4AF8-869A-DD822F23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세일즈웍스의 첫 번째 목표여서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CD250D-4C79-4F33-8985-B72C1AA4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4D938-DEE1-40C7-ADF8-EB2C72A6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 가치관이 담긴 팀을 만들 수 있어서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42F70-74E5-46C0-894D-499C0754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17A53-3CE5-481F-8ADB-EBE6B12C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누군가의 리더가 된다는 것이 기뻐서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25E923-0BA8-4586-A54A-5A65A462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813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CAE6C-1CF7-4A3F-8983-9A9DEAD0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3813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‘OO리’라 불리는 친근함이 좋아서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82D2D5-EF86-4CFC-8089-0161FFEE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07DB8-529D-4AA5-AC91-4E5D4EC2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조끼·피치카드·사물함을 쓸 수 있어서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30415-06D3-46CD-BDCB-3BDBBEE0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481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110BA2-03FB-4AF3-8BCE-AF23081A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0481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리더라는 위치가 동기부여가 되어서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C7B3B9-9802-46B8-AA6C-4CC2C0F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0529CE-12B9-4630-944B-726AB90B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상위 프로모션에 도전할 수 있어서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A75359-64AB-462C-9CA3-07A04EF6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1487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E4CF1-6204-4349-BFBD-D20771C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71487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 부담이 아닌 더 큰 비전으로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D8A2F1-60F0-447C-919B-520A7915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62B987-8931-4558-AD5F-51664FFA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81625"/>
            <a:ext cx="46767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섬기고 돕는 자리에서만 배울 수 있어서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38320-27A0-43F0-998B-6FFD5ADA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47 / 50</a:t>
            </a:r>
          </a:p>
        </p:txBody>
      </p:sp>
    </p:spTree>
    <p:extLst>
      <p:ext uri="{BB962C8B-B14F-4D97-AF65-F5344CB8AC3E}">
        <p14:creationId xmlns:p14="http://schemas.microsoft.com/office/powerpoint/2010/main" val="209185963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A51F9-8D3A-44E0-8D4B-4AD5DF36FF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12ee40334e461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64C92-8049-4FFE-B919-31D50D87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내가 리더가 되고 싶었던 열 번째 이유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9C17D-7165-42AB-B687-4CC2FB9C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2242A-55E5-405B-9362-AB49675C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아주 먼 곳까지 내다보되, 앞서 달음박질하지 않고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언제든 따라올 수 있도록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86E55-8305-4DC7-BA40-95B10120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48 / 50</a:t>
            </a:r>
          </a:p>
        </p:txBody>
      </p:sp>
    </p:spTree>
    <p:extLst>
      <p:ext uri="{BB962C8B-B14F-4D97-AF65-F5344CB8AC3E}">
        <p14:creationId xmlns:p14="http://schemas.microsoft.com/office/powerpoint/2010/main" val="162759277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E9F88-DC85-4E84-86A1-1F8D8CA9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6FBA3-5362-4677-94E6-20174EB4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신입 트레이닝, 한 장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FBC66-2050-494A-9EFB-B0C72EF7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나가면 반드시 세일즈하는 신입으로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35668-1BC0-4A5F-8852-ED5AFEE4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9FBF2A-9D00-466A-B02A-B84AC010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348E7-7AFD-4098-8EFC-0A2AAC45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 후 반응·태도 관찰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 / 두려움 제거 / 프리엠티브 / 제로 방지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593738-BD85-43AF-A756-D34290A0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5DC2B6-92E3-4B05-B0F8-AFA5E195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146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학습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B1F79-87B9-4BCE-832D-FD14569F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242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 세일즈 1개 함께 달성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학습력·성장성 / 개선점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62A9D-C7D3-47C9-85B3-0C09179A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4B8DD-2423-4F9E-99A9-29C627A5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판단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40DF75-E41C-4DAA-8B6A-103BCBD0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전략적 사이트 선택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 패턴 / 오너와 Stay·Qualifying 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E7A53-C7B7-44FD-B621-2F49A15C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95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2E1E84-B7F8-4854-B523-9F961952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19525"/>
            <a:ext cx="46767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태도와 스킬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94ACBB-85B9-44F4-9425-0EAFFBEB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6767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성취감 / 인정과 칭찬 / 스스로 깨닫게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 Step / TAAIS / 쿠션 멘트 / 약점별 보강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C8CD9-39F0-4D92-A1C0-64340E94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매일: 사이트와 넘버 / 약한 스킬 보강 / 두려움 제거 / 신입 콜백싯 함께 점검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9C705E-B919-4673-A727-F565053A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49 / 50</a:t>
            </a:r>
          </a:p>
        </p:txBody>
      </p:sp>
    </p:spTree>
    <p:extLst>
      <p:ext uri="{BB962C8B-B14F-4D97-AF65-F5344CB8AC3E}">
        <p14:creationId xmlns:p14="http://schemas.microsoft.com/office/powerpoint/2010/main" val="34701185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213838-03C1-45F4-A69F-625585D37C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9c3623663472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0902B-98C7-416D-A970-FEB40153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0B99E-A389-4BFF-BF16-234C9200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후원의 기쁨과</a:t>
            </a:r>
          </a:p>
          <a:p xmlns:a="http://schemas.openxmlformats.org/drawingml/2006/main">
            <a:pPr algn="l">
              <a:def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가치를 전하는 사람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A030E-4E5F-4C20-800B-B7B3799A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그곳이 어디든 가는 사람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9C0F1-3AE1-46B2-A2BA-26BE5DA0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임재영 AOP · Presence Team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010-5178-1713 · jaeyoung5178@naver.com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40D8C-3152-4ABE-95CB-ABA07724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50 / 50</a:t>
            </a:r>
          </a:p>
        </p:txBody>
      </p:sp>
    </p:spTree>
    <p:extLst>
      <p:ext uri="{BB962C8B-B14F-4D97-AF65-F5344CB8AC3E}">
        <p14:creationId xmlns:p14="http://schemas.microsoft.com/office/powerpoint/2010/main" val="9472306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2026-10-25T04:20:26.5670000Z</dcterms:created>
  <dcterms:modified xsi:type="dcterms:W3CDTF">2026-10-25T04:20:26.5670000Z</dcterms:modified>
</coreProperties>
</file>