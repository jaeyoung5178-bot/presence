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11343dcae04e9e" /><Relationship Type="http://schemas.openxmlformats.org/officeDocument/2006/relationships/extended-properties" Target="/docProps/app.xml" Id="Rb3bedc5ea8954716" /><Relationship Type="http://schemas.openxmlformats.org/officeDocument/2006/relationships/officeDocument" Target="/ppt/presentation.xml" Id="Rbe5026c232e04f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72957f18494849"/>
  </p:sldMasterIdLst>
  <p:notesMasterIdLst>
    <p:notesMasterId xmlns:r="http://schemas.openxmlformats.org/officeDocument/2006/relationships" r:id="R13e07d4fdb9b4eaf"/>
  </p:notesMasterIdLst>
  <p:sldIdLst>
    <p:sldId xmlns:r="http://schemas.openxmlformats.org/officeDocument/2006/relationships" id="256" r:id="Rda7fa1a8171b4ae5"/>
    <p:sldId xmlns:r="http://schemas.openxmlformats.org/officeDocument/2006/relationships" id="257" r:id="R5352dc5485854f73"/>
    <p:sldId xmlns:r="http://schemas.openxmlformats.org/officeDocument/2006/relationships" id="258" r:id="R95f37854b1e246c8"/>
    <p:sldId xmlns:r="http://schemas.openxmlformats.org/officeDocument/2006/relationships" id="259" r:id="R00f630fc7cfb4a2b"/>
    <p:sldId xmlns:r="http://schemas.openxmlformats.org/officeDocument/2006/relationships" id="260" r:id="Reccad96ad2fc4973"/>
    <p:sldId xmlns:r="http://schemas.openxmlformats.org/officeDocument/2006/relationships" id="261" r:id="Rf6a2b85b78dc406f"/>
    <p:sldId xmlns:r="http://schemas.openxmlformats.org/officeDocument/2006/relationships" id="262" r:id="R8f6bc473c1154bdc"/>
    <p:sldId xmlns:r="http://schemas.openxmlformats.org/officeDocument/2006/relationships" id="263" r:id="Rdf9a256dc08245f1"/>
    <p:sldId xmlns:r="http://schemas.openxmlformats.org/officeDocument/2006/relationships" id="264" r:id="Rc0b5142223764751"/>
    <p:sldId xmlns:r="http://schemas.openxmlformats.org/officeDocument/2006/relationships" id="265" r:id="R7797dde85768465a"/>
    <p:sldId xmlns:r="http://schemas.openxmlformats.org/officeDocument/2006/relationships" id="266" r:id="R13ba69ec633249db"/>
    <p:sldId xmlns:r="http://schemas.openxmlformats.org/officeDocument/2006/relationships" id="267" r:id="R1a6a97d283c34e68"/>
    <p:sldId xmlns:r="http://schemas.openxmlformats.org/officeDocument/2006/relationships" id="268" r:id="R91b37142f7d14fde"/>
    <p:sldId xmlns:r="http://schemas.openxmlformats.org/officeDocument/2006/relationships" id="269" r:id="R1f085659f3f74e06"/>
    <p:sldId xmlns:r="http://schemas.openxmlformats.org/officeDocument/2006/relationships" id="270" r:id="R7e0d416a8fd544fa"/>
    <p:sldId xmlns:r="http://schemas.openxmlformats.org/officeDocument/2006/relationships" id="271" r:id="R67fb56e016b64e84"/>
    <p:sldId xmlns:r="http://schemas.openxmlformats.org/officeDocument/2006/relationships" id="272" r:id="R0f99c6d1973f4eee"/>
    <p:sldId xmlns:r="http://schemas.openxmlformats.org/officeDocument/2006/relationships" id="273" r:id="R5c9425f2679645c8"/>
    <p:sldId xmlns:r="http://schemas.openxmlformats.org/officeDocument/2006/relationships" id="274" r:id="R1d762cf536f0498c"/>
    <p:sldId xmlns:r="http://schemas.openxmlformats.org/officeDocument/2006/relationships" id="275" r:id="Rc166854fa5e840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deddc78940480b" /><Relationship Type="http://schemas.openxmlformats.org/officeDocument/2006/relationships/slideMaster" Target="/ppt/slideMasters/slideMaster1.xml" Id="R7c72957f18494849" /><Relationship Type="http://schemas.openxmlformats.org/officeDocument/2006/relationships/notesMaster" Target="/ppt/notesMasters/notesMaster1.xml" Id="R13e07d4fdb9b4eaf" /><Relationship Type="http://schemas.openxmlformats.org/officeDocument/2006/relationships/presProps" Target="/ppt/presProps.xml" Id="Rdbdbac21ea2149ce" /><Relationship Type="http://schemas.openxmlformats.org/officeDocument/2006/relationships/tableStyles" Target="/ppt/tableStyles.xml" Id="Ra658ebe304514822" /><Relationship Type="http://schemas.openxmlformats.org/officeDocument/2006/relationships/slide" Target="/ppt/slides/slide1.xml" Id="Rda7fa1a8171b4ae5" /><Relationship Type="http://schemas.openxmlformats.org/officeDocument/2006/relationships/slide" Target="/ppt/slides/slide2.xml" Id="R5352dc5485854f73" /><Relationship Type="http://schemas.openxmlformats.org/officeDocument/2006/relationships/slide" Target="/ppt/slides/slide3.xml" Id="R95f37854b1e246c8" /><Relationship Type="http://schemas.openxmlformats.org/officeDocument/2006/relationships/slide" Target="/ppt/slides/slide4.xml" Id="R00f630fc7cfb4a2b" /><Relationship Type="http://schemas.openxmlformats.org/officeDocument/2006/relationships/slide" Target="/ppt/slides/slide5.xml" Id="Reccad96ad2fc4973" /><Relationship Type="http://schemas.openxmlformats.org/officeDocument/2006/relationships/slide" Target="/ppt/slides/slide6.xml" Id="Rf6a2b85b78dc406f" /><Relationship Type="http://schemas.openxmlformats.org/officeDocument/2006/relationships/slide" Target="/ppt/slides/slide7.xml" Id="R8f6bc473c1154bdc" /><Relationship Type="http://schemas.openxmlformats.org/officeDocument/2006/relationships/slide" Target="/ppt/slides/slide8.xml" Id="Rdf9a256dc08245f1" /><Relationship Type="http://schemas.openxmlformats.org/officeDocument/2006/relationships/slide" Target="/ppt/slides/slide9.xml" Id="Rc0b5142223764751" /><Relationship Type="http://schemas.openxmlformats.org/officeDocument/2006/relationships/slide" Target="/ppt/slides/slide10.xml" Id="R7797dde85768465a" /><Relationship Type="http://schemas.openxmlformats.org/officeDocument/2006/relationships/slide" Target="/ppt/slides/slide11.xml" Id="R13ba69ec633249db" /><Relationship Type="http://schemas.openxmlformats.org/officeDocument/2006/relationships/slide" Target="/ppt/slides/slide12.xml" Id="R1a6a97d283c34e68" /><Relationship Type="http://schemas.openxmlformats.org/officeDocument/2006/relationships/slide" Target="/ppt/slides/slide13.xml" Id="R91b37142f7d14fde" /><Relationship Type="http://schemas.openxmlformats.org/officeDocument/2006/relationships/slide" Target="/ppt/slides/slide14.xml" Id="R1f085659f3f74e06" /><Relationship Type="http://schemas.openxmlformats.org/officeDocument/2006/relationships/slide" Target="/ppt/slides/slide15.xml" Id="R7e0d416a8fd544fa" /><Relationship Type="http://schemas.openxmlformats.org/officeDocument/2006/relationships/slide" Target="/ppt/slides/slide16.xml" Id="R67fb56e016b64e84" /><Relationship Type="http://schemas.openxmlformats.org/officeDocument/2006/relationships/slide" Target="/ppt/slides/slide17.xml" Id="R0f99c6d1973f4eee" /><Relationship Type="http://schemas.openxmlformats.org/officeDocument/2006/relationships/slide" Target="/ppt/slides/slide18.xml" Id="R5c9425f2679645c8" /><Relationship Type="http://schemas.openxmlformats.org/officeDocument/2006/relationships/slide" Target="/ppt/slides/slide19.xml" Id="R1d762cf536f0498c" /><Relationship Type="http://schemas.openxmlformats.org/officeDocument/2006/relationships/slide" Target="/ppt/slides/slide20.xml" Id="Rc166854fa5e840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b4d4492d394f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5d66fb9f0246eb" /><Relationship Type="http://schemas.openxmlformats.org/officeDocument/2006/relationships/notesMaster" Target="/ppt/notesMasters/notesMaster1.xml" Id="R6ba1efbb5ebd40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5f23ce070a48e5" /><Relationship Type="http://schemas.openxmlformats.org/officeDocument/2006/relationships/notesMaster" Target="/ppt/notesMasters/notesMaster1.xml" Id="Rf0d3f67ee6924b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6364bce8574bb5" /><Relationship Type="http://schemas.openxmlformats.org/officeDocument/2006/relationships/notesMaster" Target="/ppt/notesMasters/notesMaster1.xml" Id="R5a80af6c340344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5a53bbd5fe40c2" /><Relationship Type="http://schemas.openxmlformats.org/officeDocument/2006/relationships/notesMaster" Target="/ppt/notesMasters/notesMaster1.xml" Id="Rd878d6b6373444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bf588af64c442e" /><Relationship Type="http://schemas.openxmlformats.org/officeDocument/2006/relationships/notesMaster" Target="/ppt/notesMasters/notesMaster1.xml" Id="R43bf0503f79c4c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bbebc9507a447a" /><Relationship Type="http://schemas.openxmlformats.org/officeDocument/2006/relationships/notesMaster" Target="/ppt/notesMasters/notesMaster1.xml" Id="Rcd0057752b0d45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418a5a436d4ad0" /><Relationship Type="http://schemas.openxmlformats.org/officeDocument/2006/relationships/notesMaster" Target="/ppt/notesMasters/notesMaster1.xml" Id="R6c3e3574c2ed4a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f67734c21843d4" /><Relationship Type="http://schemas.openxmlformats.org/officeDocument/2006/relationships/notesMaster" Target="/ppt/notesMasters/notesMaster1.xml" Id="R90f53eca46304c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16818872764637" /><Relationship Type="http://schemas.openxmlformats.org/officeDocument/2006/relationships/notesMaster" Target="/ppt/notesMasters/notesMaster1.xml" Id="R2a38b22318754c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dc5bea082c4bed" /><Relationship Type="http://schemas.openxmlformats.org/officeDocument/2006/relationships/notesMaster" Target="/ppt/notesMasters/notesMaster1.xml" Id="R4b758cf1ffa64b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49104212de4045" /><Relationship Type="http://schemas.openxmlformats.org/officeDocument/2006/relationships/notesMaster" Target="/ppt/notesMasters/notesMaster1.xml" Id="Ra2864f9181c047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ff98479934437f" /><Relationship Type="http://schemas.openxmlformats.org/officeDocument/2006/relationships/notesMaster" Target="/ppt/notesMasters/notesMaster1.xml" Id="Rb7e4b3420ab54f5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cfb028d5364f7e" /><Relationship Type="http://schemas.openxmlformats.org/officeDocument/2006/relationships/notesMaster" Target="/ppt/notesMasters/notesMaster1.xml" Id="Rcb1244d1986140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2ab269ad2548ce" /><Relationship Type="http://schemas.openxmlformats.org/officeDocument/2006/relationships/notesMaster" Target="/ppt/notesMasters/notesMaster1.xml" Id="Rf682349f4a08411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b3d5b8cc7b848ea" /><Relationship Type="http://schemas.openxmlformats.org/officeDocument/2006/relationships/notesMaster" Target="/ppt/notesMasters/notesMaster1.xml" Id="Rb621caa16f3247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6f7fc24147444b" /><Relationship Type="http://schemas.openxmlformats.org/officeDocument/2006/relationships/notesMaster" Target="/ppt/notesMasters/notesMaster1.xml" Id="R87dc70760693468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c542a0201764630" /><Relationship Type="http://schemas.openxmlformats.org/officeDocument/2006/relationships/notesMaster" Target="/ppt/notesMasters/notesMaster1.xml" Id="R4ed1d5ddaf2a421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4545d580fc41c8" /><Relationship Type="http://schemas.openxmlformats.org/officeDocument/2006/relationships/notesMaster" Target="/ppt/notesMasters/notesMaster1.xml" Id="R4ae3aa46993b4a9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adecaa4c293476c" /><Relationship Type="http://schemas.openxmlformats.org/officeDocument/2006/relationships/notesMaster" Target="/ppt/notesMasters/notesMaster1.xml" Id="R416737cebdfc4a9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7908d0678b64a9c" /><Relationship Type="http://schemas.openxmlformats.org/officeDocument/2006/relationships/notesMaster" Target="/ppt/notesMasters/notesMaster1.xml" Id="R5d95f3c5698f40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4</a:t>
            </a:r>
          </a:p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</a:t>
            </a:r>
          </a:p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</a:t>
            </a:r>
          </a:p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9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</a:t>
            </a:r>
          </a:p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27</a:t>
            </a:r>
          </a:p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1d54798ce4e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36f539166841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01f8572df4ec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0ed4d75e449f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0c3956da749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84b12e59841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ECFEB3-A76E-48DE-A23E-213F590495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E708D40-182C-43FE-A093-C3DBC6B007E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8D8545-D690-4404-833C-6495DB5F4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8EEF75-BEBC-49BF-8E1B-B01ECCDB6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EBD205E-7623-4077-8360-547E942527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32FF394-F173-4318-822C-617EAA4D81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374404-EB71-4298-97C1-95F82E8E27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4A7232D-C04E-4C95-827A-9E37F48FD7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640E04-0444-4F99-8527-089C4D9739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BAE7A8-672A-4902-89E9-D8EC7B0CF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ac0cfb41ea4865" /><Relationship Type="http://schemas.openxmlformats.org/officeDocument/2006/relationships/slideLayout" Target="/ppt/slideLayouts/slideLayout1.xml" Id="R4c956769c20c4a87" /><Relationship Type="http://schemas.openxmlformats.org/officeDocument/2006/relationships/slideLayout" Target="/ppt/slideLayouts/slideLayout2.xml" Id="R875f671930e54869" /><Relationship Type="http://schemas.openxmlformats.org/officeDocument/2006/relationships/slideLayout" Target="/ppt/slideLayouts/slideLayout3.xml" Id="Rbf75dde9b93942b0" /><Relationship Type="http://schemas.openxmlformats.org/officeDocument/2006/relationships/slideLayout" Target="/ppt/slideLayouts/slideLayout4.xml" Id="Rbeaf015418ed4169" /><Relationship Type="http://schemas.openxmlformats.org/officeDocument/2006/relationships/slideLayout" Target="/ppt/slideLayouts/slideLayout5.xml" Id="Re2bbc258d87d476f" /><Relationship Type="http://schemas.openxmlformats.org/officeDocument/2006/relationships/slideLayout" Target="/ppt/slideLayouts/slideLayout6.xml" Id="Reea1ef1ad8934b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956769c20c4a87"/>
    <p:sldLayoutId xmlns:r="http://schemas.openxmlformats.org/officeDocument/2006/relationships" id="2147483650" r:id="R875f671930e54869"/>
    <p:sldLayoutId xmlns:r="http://schemas.openxmlformats.org/officeDocument/2006/relationships" id="2147483651" r:id="Rbf75dde9b93942b0"/>
    <p:sldLayoutId xmlns:r="http://schemas.openxmlformats.org/officeDocument/2006/relationships" id="2147483652" r:id="Rbeaf015418ed4169"/>
    <p:sldLayoutId xmlns:r="http://schemas.openxmlformats.org/officeDocument/2006/relationships" id="2147483653" r:id="Re2bbc258d87d476f"/>
    <p:sldLayoutId xmlns:r="http://schemas.openxmlformats.org/officeDocument/2006/relationships" id="2147483654" r:id="Reea1ef1ad8934b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c97e34fa084efe" /><Relationship Type="http://schemas.openxmlformats.org/officeDocument/2006/relationships/image" Target="/ppt/media/image.jpeg" Id="R5f4049b1e66541d4" /><Relationship Type="http://schemas.openxmlformats.org/officeDocument/2006/relationships/notesSlide" Target="/ppt/notesSlides/notesSlide1.xml" Id="Rf2bc8e1658f049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b951e2f8fc4ebd" /><Relationship Type="http://schemas.openxmlformats.org/officeDocument/2006/relationships/image" Target="/ppt/media/image.png" Id="R5f08d0535d064e09" /><Relationship Type="http://schemas.openxmlformats.org/officeDocument/2006/relationships/image" Target="/ppt/media/image2.png" Id="Rcb27fffdc6ff42b7" /><Relationship Type="http://schemas.openxmlformats.org/officeDocument/2006/relationships/notesSlide" Target="/ppt/notesSlides/notesSlide2.xml" Id="Rb0dd9e5e8f9042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0a88c283644126" /><Relationship Type="http://schemas.openxmlformats.org/officeDocument/2006/relationships/image" Target="/ppt/media/image3.png" Id="R357e7f0a83a34cd9" /><Relationship Type="http://schemas.openxmlformats.org/officeDocument/2006/relationships/image" Target="/ppt/media/image4.png" Id="R74a78022201a45e4" /><Relationship Type="http://schemas.openxmlformats.org/officeDocument/2006/relationships/notesSlide" Target="/ppt/notesSlides/notesSlide3.xml" Id="R1f37c294def94f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a7fcdc746e4ef2" /><Relationship Type="http://schemas.openxmlformats.org/officeDocument/2006/relationships/image" Target="/ppt/media/image2.jpeg" Id="Ra0ee38f488404020" /><Relationship Type="http://schemas.openxmlformats.org/officeDocument/2006/relationships/notesSlide" Target="/ppt/notesSlides/notesSlide4.xml" Id="R2aea8d6f81be4b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3705538db1430d" /><Relationship Type="http://schemas.openxmlformats.org/officeDocument/2006/relationships/image" Target="/ppt/media/image5.png" Id="R472aa5530d874fd3" /><Relationship Type="http://schemas.openxmlformats.org/officeDocument/2006/relationships/image" Target="/ppt/media/image6.png" Id="Rd07f6e4248944aac" /><Relationship Type="http://schemas.openxmlformats.org/officeDocument/2006/relationships/image" Target="/ppt/media/image7.png" Id="R0d3bb0feab6d4f34" /><Relationship Type="http://schemas.openxmlformats.org/officeDocument/2006/relationships/image" Target="/ppt/media/image8.png" Id="R08b5785554094540" /><Relationship Type="http://schemas.openxmlformats.org/officeDocument/2006/relationships/notesSlide" Target="/ppt/notesSlides/notesSlide5.xml" Id="R45849554204544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55000aa1c44d7" /><Relationship Type="http://schemas.openxmlformats.org/officeDocument/2006/relationships/image" Target="/ppt/media/image9.png" Id="Re81432c067e348ee" /><Relationship Type="http://schemas.openxmlformats.org/officeDocument/2006/relationships/image" Target="/ppt/media/image10.png" Id="R894193e8b9d540c6" /><Relationship Type="http://schemas.openxmlformats.org/officeDocument/2006/relationships/image" Target="/ppt/media/image11.png" Id="Rcefcb07031e1461d" /><Relationship Type="http://schemas.openxmlformats.org/officeDocument/2006/relationships/notesSlide" Target="/ppt/notesSlides/notesSlide6.xml" Id="Rd943938e2a1848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fcc152211d48cb" /><Relationship Type="http://schemas.openxmlformats.org/officeDocument/2006/relationships/notesSlide" Target="/ppt/notesSlides/notesSlide7.xml" Id="Red736b4c01ca43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6f425354654f6e" /><Relationship Type="http://schemas.openxmlformats.org/officeDocument/2006/relationships/notesSlide" Target="/ppt/notesSlides/notesSlide8.xml" Id="Rdc897909ea0341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debe2ffbc14c88" /><Relationship Type="http://schemas.openxmlformats.org/officeDocument/2006/relationships/notesSlide" Target="/ppt/notesSlides/notesSlide9.xml" Id="Ra7bd287cad9646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fdbb7bd3664b34" /><Relationship Type="http://schemas.openxmlformats.org/officeDocument/2006/relationships/notesSlide" Target="/ppt/notesSlides/notesSlide10.xml" Id="Rb248d7d2654444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3de03386cd4f6e" /><Relationship Type="http://schemas.openxmlformats.org/officeDocument/2006/relationships/image" Target="/ppt/media/image12.png" Id="Rf79aac4e10514c15" /><Relationship Type="http://schemas.openxmlformats.org/officeDocument/2006/relationships/image" Target="/ppt/media/image13.png" Id="R6c17dc65cd6a4c94" /><Relationship Type="http://schemas.openxmlformats.org/officeDocument/2006/relationships/image" Target="/ppt/media/image14.png" Id="R5a0adbf868694e28" /><Relationship Type="http://schemas.openxmlformats.org/officeDocument/2006/relationships/image" Target="/ppt/media/image15.png" Id="R73235f8880b34543" /><Relationship Type="http://schemas.openxmlformats.org/officeDocument/2006/relationships/notesSlide" Target="/ppt/notesSlides/notesSlide11.xml" Id="R0dcc730d6e0b4e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9b7cbc489b43d4" /><Relationship Type="http://schemas.openxmlformats.org/officeDocument/2006/relationships/image" Target="/ppt/media/image16.png" Id="R2a01979c48d04d00" /><Relationship Type="http://schemas.openxmlformats.org/officeDocument/2006/relationships/image" Target="/ppt/media/image17.png" Id="Rda7cdac865424cf9" /><Relationship Type="http://schemas.openxmlformats.org/officeDocument/2006/relationships/image" Target="/ppt/media/image18.png" Id="R3454be6c3c754a32" /><Relationship Type="http://schemas.openxmlformats.org/officeDocument/2006/relationships/image" Target="/ppt/media/image19.png" Id="R9b3d99ed1c734597" /><Relationship Type="http://schemas.openxmlformats.org/officeDocument/2006/relationships/image" Target="/ppt/media/image20.png" Id="Re3a4663573f443ae" /><Relationship Type="http://schemas.openxmlformats.org/officeDocument/2006/relationships/notesSlide" Target="/ppt/notesSlides/notesSlide12.xml" Id="R1e4edc9b18594f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6efe467ce442fe" /><Relationship Type="http://schemas.openxmlformats.org/officeDocument/2006/relationships/image" Target="/ppt/media/image3.jpeg" Id="R197e08cc70ee42ec" /><Relationship Type="http://schemas.openxmlformats.org/officeDocument/2006/relationships/notesSlide" Target="/ppt/notesSlides/notesSlide13.xml" Id="R07aae136dc864a4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bef93ebe5044a5" /><Relationship Type="http://schemas.openxmlformats.org/officeDocument/2006/relationships/image" Target="/ppt/media/image4.jpeg" Id="Rbe9d591b963843a5" /><Relationship Type="http://schemas.openxmlformats.org/officeDocument/2006/relationships/image" Target="/ppt/media/image5.jpeg" Id="R93643da26bba44d8" /><Relationship Type="http://schemas.openxmlformats.org/officeDocument/2006/relationships/image" Target="/ppt/media/image6.jpeg" Id="R46e5d49ec2f54e16" /><Relationship Type="http://schemas.openxmlformats.org/officeDocument/2006/relationships/notesSlide" Target="/ppt/notesSlides/notesSlide14.xml" Id="R7ca165cba8fa495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4b97de87545e4" /><Relationship Type="http://schemas.openxmlformats.org/officeDocument/2006/relationships/notesSlide" Target="/ppt/notesSlides/notesSlide15.xml" Id="R43a9061d016c44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953f59c583410e" /><Relationship Type="http://schemas.openxmlformats.org/officeDocument/2006/relationships/notesSlide" Target="/ppt/notesSlides/notesSlide16.xml" Id="Rd224c2ef6a664e2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f5ba3e89b44602" /><Relationship Type="http://schemas.openxmlformats.org/officeDocument/2006/relationships/image" Target="/ppt/media/image7.jpeg" Id="R369d7454af594649" /><Relationship Type="http://schemas.openxmlformats.org/officeDocument/2006/relationships/notesSlide" Target="/ppt/notesSlides/notesSlide17.xml" Id="Re8ac30dd38c145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af0c79a8c04143" /><Relationship Type="http://schemas.openxmlformats.org/officeDocument/2006/relationships/image" Target="/ppt/media/image21.png" Id="R587bbb6a3ae44680" /><Relationship Type="http://schemas.openxmlformats.org/officeDocument/2006/relationships/image" Target="/ppt/media/image22.png" Id="R790d45ae208b44b5" /><Relationship Type="http://schemas.openxmlformats.org/officeDocument/2006/relationships/image" Target="/ppt/media/image23.png" Id="R3aaca1e808df44a6" /><Relationship Type="http://schemas.openxmlformats.org/officeDocument/2006/relationships/notesSlide" Target="/ppt/notesSlides/notesSlide18.xml" Id="R2e4323f802b2404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734b57dda84ebd" /><Relationship Type="http://schemas.openxmlformats.org/officeDocument/2006/relationships/image" Target="/ppt/media/image24.png" Id="R1d60d1f41dae4a1f" /><Relationship Type="http://schemas.openxmlformats.org/officeDocument/2006/relationships/image" Target="/ppt/media/image25.png" Id="R22dd16a7536540ef" /><Relationship Type="http://schemas.openxmlformats.org/officeDocument/2006/relationships/notesSlide" Target="/ppt/notesSlides/notesSlide19.xml" Id="R0a5c0b3dd38b4de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37e1919dd546dd" /><Relationship Type="http://schemas.openxmlformats.org/officeDocument/2006/relationships/image" Target="/ppt/media/image8.jpeg" Id="Rb1b1232ffeab4d1d" /><Relationship Type="http://schemas.openxmlformats.org/officeDocument/2006/relationships/notesSlide" Target="/ppt/notesSlides/notesSlide20.xml" Id="Re0e3d56c35184fe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465BC4-C2EA-4263-912A-95EA3FCED9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049b1e66541d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D919B-8AEF-49CD-B629-02B1B6A7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8C9F8-60BA-4759-9019-CCC62646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04545-9135-4843-9ADE-F6925409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· 핵심 강의 20장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7F6BC-3049-453E-B2F6-6F7E52B7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04D7D-3DE5-4E5F-99DE-A87D05D0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3EFA04-882C-4A4B-A85D-6B6D3396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13877951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9532D-A078-4F37-BBD9-FA8C2384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B3CAB-728C-4284-B845-20D4A4BD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배우고 싶게, 피드백 전에 관찰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CEA3F-2443-48A9-8E16-61EC3E81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가르치기 전에 신입의 마음과 상태를 먼저 살핀다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36B38-CC7D-42EF-B0FE-E91C22DAA8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8d0535d064e09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F954D-373E-41FA-973F-C531C4C9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배우고 싶은 마음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E6C937-3D00-49D8-AE26-8831962F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쇼잉으로 나도 할 수 있다는 기대를 만든다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작은 성공으로 다음 학습 의지를 만든다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F7D70-CCDA-4553-8258-0ECB7FB93A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7fffdc6ff42b7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DD1B8-D907-4CFF-846A-C64E5836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관찰 후 피드백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DCD0F-A598-4171-B3F1-9128CE10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반응 · 두려움 · 학습 속도 · 강점을 본다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이력서와 주변 피드백으로 필드 전에 준비한다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094BC-CF48-4019-A6B3-0FD0AFFC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19330653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7ACA5-3927-4778-9C1F-8CBC02E6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BC666-6B62-43D3-8FDB-B67F7E9D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실력과 스탠다드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F65E3-10E5-41F3-B6F0-2B8C5A8E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보여줄 수 있는 실력, 누구에게나 일관된 기본기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B7299-E72D-40B6-ACDD-B360506681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e7f0a83a34cd9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4E5880-A0D7-403D-913B-FDAEDD37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직접 보여주는 실력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098F9E-FCF5-4B75-8D39-2B62423D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 1회 이상 벨-공 세일즈 증명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4시간 안에 세일즈할 수 있는 실전 능력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67B5B8-040E-48B7-AF6D-E92F611577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78022201a45e4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550BF-61CE-44A8-866B-95DD8BDE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일관된 기본 패턴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672F1-F3F8-4656-A419-F3D0E92C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보여주고 실제 과정을 관찰하게 한다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신입에게 같은 기본 스탠다드를 적용한다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266BC0-0E52-4FA4-AC97-8AB38FE2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20</a:t>
            </a:r>
          </a:p>
        </p:txBody>
      </p:sp>
    </p:spTree>
    <p:extLst>
      <p:ext uri="{BB962C8B-B14F-4D97-AF65-F5344CB8AC3E}">
        <p14:creationId xmlns:p14="http://schemas.microsoft.com/office/powerpoint/2010/main" val="3082857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F2FA7-6472-469B-ACD3-AFA279C0A8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e38f48840402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02728-D62F-4D5E-92F8-79B151F6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48A57-843E-4A65-8C4A-E3C84986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F4BE8A-FFF1-4312-A137-F2F75FCF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079F3-1779-4E55-94D9-91B09C10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F4D04-15A7-4477-94E6-9F2F8E43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5392E-0F6E-4AD2-A921-55C48665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FABA2-FEF3-445D-80B4-EFD6394E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078EB-1E45-4AE5-AE2F-198D94B1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B57FD-0B9F-427E-A76C-6AC06604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563EE8-74AB-485E-9AE5-023BB5B1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48EF6-5F87-41B1-A141-9AEF1FCC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57A1EC-6182-4F62-834C-1C040219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07D4C-CD2B-4E84-BFAA-857D36EA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20</a:t>
            </a:r>
          </a:p>
        </p:txBody>
      </p:sp>
    </p:spTree>
    <p:extLst>
      <p:ext uri="{BB962C8B-B14F-4D97-AF65-F5344CB8AC3E}">
        <p14:creationId xmlns:p14="http://schemas.microsoft.com/office/powerpoint/2010/main" val="855330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A6805-92E7-48EB-806F-0ED92349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70B1D-F36C-4E3F-803C-20F906D6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7FA8E-43B5-4CAE-937B-CD7A7931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2382C-84B2-4660-AC78-8981921A76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aa5530d874fd3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92BE2-DC30-4AF6-A7DB-4DA1E56F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B89B2F-A343-4E05-99C2-B8BDFB37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DE734-2FE9-4D7A-B18C-899004F93A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7f6e4248944aac"/>
          <a:stretch xmlns:a="http://schemas.openxmlformats.org/drawingml/2006/main"/>
        </p:blipFill>
        <p:spPr>
          <a:xfrm xmlns:a="http://schemas.openxmlformats.org/drawingml/2006/main">
            <a:off x="723900" y="3548063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728E0-7435-4AF4-8E8F-84F667CF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E3178C-94FA-4E44-9653-033C16A0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7BF44-842D-408B-94A8-30122B0C23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3bb0feab6d4f34"/>
          <a:stretch xmlns:a="http://schemas.openxmlformats.org/drawingml/2006/main"/>
        </p:blipFill>
        <p:spPr>
          <a:xfrm xmlns:a="http://schemas.openxmlformats.org/drawingml/2006/main">
            <a:off x="723900" y="43815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3FA91-7AC9-4403-AA0B-904711EF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51C46-D366-48CB-A68C-0D64031E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3D7601-2CCD-41D7-A318-262FCE7065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5785554094540"/>
          <a:stretch xmlns:a="http://schemas.openxmlformats.org/drawingml/2006/main"/>
        </p:blipFill>
        <p:spPr>
          <a:xfrm xmlns:a="http://schemas.openxmlformats.org/drawingml/2006/main">
            <a:off x="723900" y="5214938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83B19-D9DA-484F-8268-E4412764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65B961-B3E5-468B-B776-0E855D4A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EADFE-7660-4940-A596-8864845D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20</a:t>
            </a:r>
          </a:p>
        </p:txBody>
      </p:sp>
    </p:spTree>
    <p:extLst>
      <p:ext uri="{BB962C8B-B14F-4D97-AF65-F5344CB8AC3E}">
        <p14:creationId xmlns:p14="http://schemas.microsoft.com/office/powerpoint/2010/main" val="9374500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83E364-BE1B-4A72-9013-8F3C17D6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3D9C1-0930-406A-A69D-A3CE2738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4A05C-0AEF-4311-BA3E-02EAC1B9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B33797-176E-45E2-B1E6-F4BF38617C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432c067e348ee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7F1D4-FB42-43CB-984B-F9096EB0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704DF-61E3-41E0-AAFD-D3E2D079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052A7-28FE-4D02-B634-2965FE99DC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193e8b9d540c6"/>
          <a:stretch xmlns:a="http://schemas.openxmlformats.org/drawingml/2006/main"/>
        </p:blipFill>
        <p:spPr>
          <a:xfrm xmlns:a="http://schemas.openxmlformats.org/drawingml/2006/main">
            <a:off x="723900" y="38195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8A592-0054-4EA7-A26D-F0CE1E97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D7F9C-D71E-477B-9E9F-81493536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8D52B-6C9F-4302-9B14-7CECF825E7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cb07031e1461d"/>
          <a:stretch xmlns:a="http://schemas.openxmlformats.org/drawingml/2006/main"/>
        </p:blipFill>
        <p:spPr>
          <a:xfrm xmlns:a="http://schemas.openxmlformats.org/drawingml/2006/main">
            <a:off x="723900" y="4924425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B65D82-975E-431A-8581-BB2A0F0A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D9DB59-556A-41DF-9E1A-2F6F073F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E5A4EF-F87B-42F1-8B2A-5475BDF6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20</a:t>
            </a:r>
          </a:p>
        </p:txBody>
      </p:sp>
    </p:spTree>
    <p:extLst>
      <p:ext uri="{BB962C8B-B14F-4D97-AF65-F5344CB8AC3E}">
        <p14:creationId xmlns:p14="http://schemas.microsoft.com/office/powerpoint/2010/main" val="9833493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8D20AB-6491-4F5E-983E-89705F11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48797-8C94-45AD-AA5A-4527F217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D36B7-DF43-4F97-ACC9-F12AB80F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ECFAC-9789-4FBE-AB30-9A59054E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BA3F3-4DDA-4A6B-BB03-9A7BAF74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C976D-EE3C-4414-A8FB-B5AF0E52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CADCE-22B1-4F15-B1E9-AEE0CE68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1D3ED-2144-41E9-908F-42406BFB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E41F3-8EBC-4720-9906-D9728567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83F9E-9ABD-46EB-AF16-0FD7A457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B1ADCF-AFDC-4AB0-8ECD-349BDDC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E7C1D-6BE6-4CE5-B73F-ACE6F1E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사이트와 시간을 전략적으로 확보해 제로를 막는다. 판단은 반드시 오너와 상의한다.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4E801B-DA11-4451-A6FD-63D372D6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20</a:t>
            </a:r>
          </a:p>
        </p:txBody>
      </p:sp>
    </p:spTree>
    <p:extLst>
      <p:ext uri="{BB962C8B-B14F-4D97-AF65-F5344CB8AC3E}">
        <p14:creationId xmlns:p14="http://schemas.microsoft.com/office/powerpoint/2010/main" val="8607294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11CD05-FBB9-42F6-9922-C54F8DAB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A3CA8-17E6-4378-B3A4-5CF00E9D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EC0995-8C05-4471-9EDA-CE58A613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 · 짧은 피치 · 해결책 · 클로징 · 거래정보 재확인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2B0A9-E0CD-420F-BCDD-691EB925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9CFA0-FD4D-4870-B336-4731296D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EDE10-24A9-402F-BF7F-D670BB02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A233B-44BA-43B5-BC7E-C0DA8C93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C782E-13F3-40F3-91EF-2829DDA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1A5CB-2EFD-4AAE-ADB6-0FED865E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BF170-8A6E-4488-9F3D-0FEF0649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81A33-D2D5-4C66-AB90-168742B0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BADBB-2FA6-4115-BAA8-FA086229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BF773-DD24-4D14-9910-585BCF23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D351C-642A-4DAC-93B1-AFBD09A1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8A32A2-2AA8-4493-A009-CFA5AB8D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5EC3F9-8399-417A-A03B-E7F68815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7E1B3-8383-4D9D-8A69-3559973C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100DDD-B3FA-4259-8276-C41B1BBF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B512D7-BAA7-49CC-BF8F-E21B49C6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A2E41-8107-4DB3-BBE4-36A73768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47F921-0287-482D-8C05-D6EB57EB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9F3BF-0027-48C2-9FD9-323EAC9C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5C0629-F4B9-48A7-A38F-E2D805E6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9AD3A1-B8EF-49AE-B3FE-7B5C71EC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844EFB-382D-4527-BAB4-4FEB4866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094E06-EFE5-4CF1-84CA-92B6FED6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C1A2F6-323C-4F59-B678-C369C354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C07D8E-EA53-47CE-AF52-AFE6DC5F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20</a:t>
            </a:r>
          </a:p>
        </p:txBody>
      </p:sp>
    </p:spTree>
    <p:extLst>
      <p:ext uri="{BB962C8B-B14F-4D97-AF65-F5344CB8AC3E}">
        <p14:creationId xmlns:p14="http://schemas.microsoft.com/office/powerpoint/2010/main" val="1867987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B9713D-BD2A-4409-BE3D-80A134F1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AF4E1-3CFF-4BC9-9336-01738DB9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44A886-8F9C-4DA2-8D48-A6274B1F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F7162-4E52-4593-8B82-5C6F0400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68993-59D9-4CC4-AF21-11949FE9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14058-F93A-42E7-9B5B-8C00B5F8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EBB196-DD4E-4E71-A69D-DCADF218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A04DB-E360-4269-B595-5317CE2B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0A0A9-CB12-4092-A4F9-6D220668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B82F45-F462-4288-A916-2F04AF19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AC522-64DD-42AE-AF98-1E82E0D8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0CB6E-236D-4B71-9BE5-B65E4AF5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84631F-EC37-464B-8B2A-EF141A8B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0B42F-CE67-458D-8AD8-D2CA611C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32A77D-20E3-44B7-99E5-30F4742F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DEF7C8-2A0A-44AE-AAF2-02443AA2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99221-FA09-4D18-AA09-C6DD8480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AECD4E-E011-41A3-BDA9-3E047300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F28A1-4784-4680-A848-AA2D4BC1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멘트: “바쁘시니까”, “이미 좋은 일 많이 하시겠지만”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AD9FCB-5CA1-481D-B873-161E5658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6297213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CFA90-7DB5-45E2-BFFE-0CE9C284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2E338-3980-453D-B2B4-B8E4160B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전·중·후, 트레이너가 챙길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2FB3A-57FE-4C8F-B3F8-D22A441A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준비부터 복기까지 이어지는 하루의 트레이닝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BD126-1CE9-418F-949F-6572F6A4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D403B-E321-4725-8DF4-606ECCD4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준비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577DD-D521-453C-AEA9-0BA314E9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피치와 니즈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개인·섹터 목표 설정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전략·프리엠티브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물품과 복장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5BF90-CBC3-47B9-9BCA-79121506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865DE0-3FDD-4EE1-A8DC-F0F4CB4A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관찰하고 보여주기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44C67-1CAD-4C5C-A194-AA5618CF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 파악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 시도하며 데이터 쌓기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2시간마다 콜백싯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쇼잉·멘탈 케어·좋은 소식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5D8F7-FA81-4548-8CB1-0C66A106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59515-B829-4656-9D3E-9F14B872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돌아보고 다음을 준비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35363-D33C-44A3-8A61-1E92922A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오늘의 소감·배움 확인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콜백싯으로 넘버 비교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스킬·태도 보완점 피드백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 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29203-58FA-4D1F-B67A-DEA01CE5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1120190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4F4057-3B46-41F9-B8BF-D98B2B97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D6514-44EB-4DBE-8D36-3AA46A6B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2DEB4-9CDF-4A78-8450-3180D79F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D684A-2836-4CDE-8CE7-9FFCD1F2F0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9aac4e10514c15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ECDE3-8E5C-453E-B5C4-D2CC6200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3DFA1A-75E6-468F-9F07-217FE73F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1583C-CCA0-4EB2-A947-F4A66E9A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6EF6B6-A51F-4E07-9DCD-14D2D9744B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7dc65cd6a4c94"/>
          <a:stretch xmlns:a="http://schemas.openxmlformats.org/drawingml/2006/main"/>
        </p:blipFill>
        <p:spPr>
          <a:xfrm xmlns:a="http://schemas.openxmlformats.org/drawingml/2006/main">
            <a:off x="6334125" y="27146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2B96D4-8F02-4CAD-9E02-0F38BBA9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DBDEB-DDC1-4712-AA4A-0EC24323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94FAE-E46E-460E-9110-2F728F7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859F30-CF70-4614-9B03-6C167C420E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adbf868694e28"/>
          <a:stretch xmlns:a="http://schemas.openxmlformats.org/drawingml/2006/main"/>
        </p:blipFill>
        <p:spPr>
          <a:xfrm xmlns:a="http://schemas.openxmlformats.org/drawingml/2006/main">
            <a:off x="723900" y="44291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F8AB50-397F-4A6B-A58A-1B1B9CF7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F8E22-F8ED-4542-8979-43D73A22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1008B-E484-44CF-A275-4275BCF2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FDC537-0A66-47E8-9F56-FE009FC6F3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35f8880b34543"/>
          <a:stretch xmlns:a="http://schemas.openxmlformats.org/drawingml/2006/main"/>
        </p:blipFill>
        <p:spPr>
          <a:xfrm xmlns:a="http://schemas.openxmlformats.org/drawingml/2006/main">
            <a:off x="6334125" y="4429125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B1B4D8-3374-4A01-8AD6-9147AA89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AC8428-9B69-4188-8863-3B2B739E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F1F502-CFFF-4A30-A37A-C634EDCE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81D0C1-D101-49E9-85B0-D1C2248B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9703186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CC32A7-6286-40B9-83AC-57D51189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978386-0468-42E3-BC8F-50E97F93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6CFFB-5CB3-440D-916C-EC3ABD35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22CDAE-75C0-4E1E-939A-6D18491977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1979c48d04d00"/>
          <a:stretch xmlns:a="http://schemas.openxmlformats.org/drawingml/2006/main"/>
        </p:blipFill>
        <p:spPr>
          <a:xfrm xmlns:a="http://schemas.openxmlformats.org/drawingml/2006/main">
            <a:off x="723900" y="2686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1D996-FA3C-48D7-8B8F-5D8172B8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D1BA4-5AEA-4AD5-80A7-3CF3E79E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70C1A-60FD-41B1-92E1-CA3F2BC06D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7cdac865424cf9"/>
          <a:stretch xmlns:a="http://schemas.openxmlformats.org/drawingml/2006/main"/>
        </p:blipFill>
        <p:spPr>
          <a:xfrm xmlns:a="http://schemas.openxmlformats.org/drawingml/2006/main">
            <a:off x="723900" y="33528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F4AB1-9D99-42F5-8795-BAB11CCE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91624-9AA4-44D0-BF7C-A3D45F23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5D1D4-C8BE-4939-BE3B-65488637BC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4be6c3c754a32"/>
          <a:stretch xmlns:a="http://schemas.openxmlformats.org/drawingml/2006/main"/>
        </p:blipFill>
        <p:spPr>
          <a:xfrm xmlns:a="http://schemas.openxmlformats.org/drawingml/2006/main">
            <a:off x="723900" y="40195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914FAA-6F7A-47B7-96FD-10156AF0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41BEB-2B6B-4C83-8810-38F8D821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F98C5-837D-45B9-8567-C8FF26F97A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d99ed1c734597"/>
          <a:stretch xmlns:a="http://schemas.openxmlformats.org/drawingml/2006/main"/>
        </p:blipFill>
        <p:spPr>
          <a:xfrm xmlns:a="http://schemas.openxmlformats.org/drawingml/2006/main">
            <a:off x="723900" y="468630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E82B20-BA79-4284-9B8E-E2C8637A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7B070-AAAF-41BC-9945-594C47DB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C7D0D-824B-4968-80D2-0D5DAFFE2A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4663573f443ae"/>
          <a:stretch xmlns:a="http://schemas.openxmlformats.org/drawingml/2006/main"/>
        </p:blipFill>
        <p:spPr>
          <a:xfrm xmlns:a="http://schemas.openxmlformats.org/drawingml/2006/main">
            <a:off x="723900" y="53530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1EC21-9D5A-4086-A000-41D76611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FC4E26-DA7F-496F-A82F-623A73C7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1626B8-4723-46F3-92A1-1C5C48E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160E87-0179-486A-92AA-6B21B3EA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17074740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8F4012-06BC-4FB6-B219-B1DEA0245B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e08cc70ee42ec"/>
          <a:stretch xmlns:a="http://schemas.openxmlformats.org/drawingml/2006/main"/>
        </p:blipFill>
        <p:spPr>
          <a:xfrm xmlns:a="http://schemas.openxmlformats.org/drawingml/2006/main">
            <a:off x="3852333" y="1952625"/>
            <a:ext cx="6773333" cy="3810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1FD6E-A568-4548-BC65-1697DAB8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DAE074-8C47-4EF6-A7D7-81FFCE1F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F61C13-0052-42E0-B3D3-7BACCF7A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AE6BF-5611-4192-BF17-6F948122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59165-15E3-41F9-BD19-6823793F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22CF4-29C3-4105-A8B6-72C313C0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998E2-C4F4-4C6A-8BA5-AC9B5B02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B307E-A7A6-4C59-A397-CB144775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CED95-4A5B-420D-97A7-092E9890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62A9D-2DBE-429E-B51F-8E367100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0831F-97D5-45DD-971C-AF67100B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10849102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99F144-9C8F-4E70-85B6-9B4E27BEF8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d591b963843a5"/>
          <a:stretch xmlns:a="http://schemas.openxmlformats.org/drawingml/2006/main"/>
        </p:blipFill>
        <p:spPr>
          <a:xfrm xmlns:a="http://schemas.openxmlformats.org/drawingml/2006/main">
            <a:off x="1284878" y="2286000"/>
            <a:ext cx="2173695" cy="257175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AEC6AD-E25C-42F0-A6D3-173041B028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43da26bba44d8"/>
          <a:stretch xmlns:a="http://schemas.openxmlformats.org/drawingml/2006/main"/>
        </p:blipFill>
        <p:spPr>
          <a:xfrm xmlns:a="http://schemas.openxmlformats.org/drawingml/2006/main">
            <a:off x="5007201" y="2286000"/>
            <a:ext cx="2177597" cy="257175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C77CC-8A3F-4B1A-8FF0-2E89E10033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5d49ec2f54e16"/>
          <a:stretch xmlns:a="http://schemas.openxmlformats.org/drawingml/2006/main"/>
        </p:blipFill>
        <p:spPr>
          <a:xfrm xmlns:a="http://schemas.openxmlformats.org/drawingml/2006/main">
            <a:off x="8733428" y="2286000"/>
            <a:ext cx="2173695" cy="2571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E6164-A3A3-4CA1-8BB2-D7716769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 · 필드 적용 예시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CB9DD-3362-46E4-AF92-3B2051B6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C10E2-766D-428C-A1AA-4FBD5F17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상황을 짚고, 행동을 제안하고, 그 영향을 설명한다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5AAB87-E311-4321-901B-0835F05C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 · Situation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7317D-7876-4AA0-9D57-7F319A29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91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B484D-7BF9-459E-9A16-C46259DF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5782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시민이 바빠하며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그냥 지나가려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9C3BB-53D9-44D6-8A6A-8E362D87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02920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 · Behavior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F73AF9-5AE9-44FC-BD98-9806E521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991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55871-8E19-4551-80ED-2D628C20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45782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쿠션 멘트로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부담 없이 말을 건넨다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BD2A2-EE34-4CE9-89A0-3CD1F080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29200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 · 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28EAC-9D46-4C10-A7DC-1D03D197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991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6A1F1-8528-4C8C-BA34-93C8454F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5782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대화의 부담을 줄이고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이야기할 기회를 만든다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775C2C-75E5-4368-AE8B-9F285813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“시민이 바빠하실 때, 짧게 쿠션 멘트를 건네면 대화의 부담을 줄일 수 있어요.”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32F36F-B4D4-4A43-8579-80B9D18B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5720535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C9221-95D2-48E2-BE5F-87DBAEA1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BB62D7-1903-460D-98BE-D3693D28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E8C5F-576C-4033-8717-69456600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A576F-0281-4410-B5D6-19D594E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E0448-43E5-4F0A-9378-7D9F010D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810CC-0B27-4C34-A238-3C0AF7FF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E6A59-83B3-4780-9C32-130BD80B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E62B9-ED34-4C9E-971A-688151B3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CC910-455C-4F41-8E09-63630D98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EAA06-E3EE-4337-ABAC-5D4D251C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3BED9-C0B9-44DB-B6D1-BAEFECB6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638BD0-9031-49D0-8EED-75E7229F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E07F3B-7C17-4F56-8708-B4582924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D1D54-9F71-417B-A241-AEB864FE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A49E5-7FBF-49F4-A5C1-18E6546A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4092254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439F03-C347-49C7-B8DA-D37F56BE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629949-6AFB-4DA7-9B9F-0B4D49AA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9845C-FB5E-4607-8BDF-7FF17ABF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BACB9-BB0A-4BB0-AB67-68ED76E1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76500"/>
            <a:ext cx="49530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E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303CC8-30EF-44E9-9A39-7AF4ADFD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714625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73766E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73766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73766E"/>
                </a:solidFill>
                <a:latin typeface="Apple SD Gothic Neo"/>
                <a:ea typeface="Apple SD Gothic Neo"/>
                <a:cs typeface="Apple SD Gothic Neo"/>
              </a:rPr>
              <a:t>TRAINER'S DAILY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0423A1-9033-4985-8870-F2A6BC1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트레이너 콜백싯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A3025-A3B1-4016-B34F-6EE0CB3F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457575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오늘의 지원을 돌아보고, 내일의 보완점을 남긴다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99221-42B2-4F7A-95FA-D8C67C01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91477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2908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4FA729-7831-4B5B-B74B-D5708ADE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862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7AA7A-C666-4FBE-9B9C-C6CE9B14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529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ED901-FFFA-41A0-88E0-71CF2C64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095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A26C7-F5A3-4617-8405-1B6987E6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47975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1D74B-F2DC-4A5F-8707-AEA1204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53B53-5215-461B-8E75-C9911AF0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552950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2908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13E4E-546E-42CF-ABF0-4EA7F40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24375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ECE84-3C41-4C79-BD4E-14512526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91075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168378-0BB0-4E0D-A490-3966578B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5095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0715A4-2442-4E36-9CC6-3D116EBF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C9D430-5352-489F-A960-276EDCA0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9706C2-8269-4EAF-995F-CA4D17F9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91125"/>
            <a:ext cx="209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2908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67473-D4CF-4376-AF57-F92518EF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0262B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A77F9E-D83C-46BA-834E-8CCC0D0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42925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26861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84DC4C-0E5B-4BEA-8A68-4513A216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095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61B997-A416-4264-89F5-8D52D860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05AD4-95D5-450E-9D2A-CE67B730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CA16C6-BD64-44F1-B901-FC767E4D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191B49-D35D-4C31-AF2A-A9BD2862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4259014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8337E-DECF-42E5-AEB4-D3D94BBE0A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d7454af5946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0935B-D9B3-44B6-9CAF-083C597E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C178C-8E20-4A82-84BE-94AACB81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D0EE1-A1CF-4C52-9032-5518B0E3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C1A66-10E6-476F-ACFB-3924A0F8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DBB23-4426-448E-85BF-63CE6E9A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18635-6DD5-4698-9BCF-450D1219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C8B08C-53D4-4C29-9213-3D1F4064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70F9C-0191-4101-9803-1B2E8875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86B71-426C-41BC-9148-C6E1F493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3A8D0-34A5-41BD-97B0-79D13FF5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CC4BE3-BF65-4D5E-8666-AF70859B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07D117-D403-484B-90B3-56AD9EE7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24F5C7-3ECD-4582-BD97-B4315292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3A0B0F-8755-4905-AFBF-F07F0DC2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8017896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01EB48-49B4-45D6-B8A8-49F81F0D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DE6F2-74BB-42A7-A805-A8182C82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76E73-1E00-4B2E-BF9F-A4109795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9F170-EF11-40AA-AA43-349C093D3F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bbb6a3ae44680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EE032-D7F3-43D2-9F19-EA7D2020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A26D9-A858-4B6A-8E0C-A049A0AC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96ED3-8E23-430E-87AB-1DC92A34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6575C2-8B97-4CFD-90E7-3F49322FDE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d45ae208b44b5"/>
          <a:stretch xmlns:a="http://schemas.openxmlformats.org/drawingml/2006/main"/>
        </p:blipFill>
        <p:spPr>
          <a:xfrm xmlns:a="http://schemas.openxmlformats.org/drawingml/2006/main">
            <a:off x="4413250" y="2857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D1ADE-B311-4C2D-80A9-F988C18E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36D4F-37FB-4020-A41E-DCFF546B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7B941-000B-4B99-9A2E-45462C78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01238A-1CEB-4406-9994-CC9F1BEC8D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ca1e808df44a6"/>
          <a:stretch xmlns:a="http://schemas.openxmlformats.org/drawingml/2006/main"/>
        </p:blipFill>
        <p:spPr>
          <a:xfrm xmlns:a="http://schemas.openxmlformats.org/drawingml/2006/main">
            <a:off x="8102600" y="28575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68D02-F92D-44A5-8E28-EB34BB23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9125B-32C0-40FE-AAA1-FBA8695A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A756AD-7386-422F-B40F-088B0EEC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30005-A57E-4FE0-857F-E2A54B02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생계·수입, 안전, 소속감, 존중을 살피며 스스로 더 큰 목표에 도전하도록 돕는다.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FE388-7EEB-4C75-BBBC-CEDCB142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6645378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81D2BA-181D-409C-A909-EEFDDB61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B14B8-34D6-4006-8FFE-9BB3D398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Qualifying, 함께 책임지는 판단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460AC-D89E-4D2A-801E-E49852F7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 50%, 신입 50%. 반드시 오너와 상의한다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B400A-C1F5-452D-876D-C1DB25ADB6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60d1f41dae4a1f"/>
          <a:stretch xmlns:a="http://schemas.openxmlformats.org/drawingml/2006/main"/>
        </p:blipFill>
        <p:spPr>
          <a:xfrm xmlns:a="http://schemas.openxmlformats.org/drawingml/2006/main">
            <a:off x="723900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F0A3D-C18F-4CB6-B21E-DC852C49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DF96C-7CF2-4CE8-84E3-F0521610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13563-77F6-420A-A778-3D1FACFF4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d16a7536540ef"/>
          <a:stretch xmlns:a="http://schemas.openxmlformats.org/drawingml/2006/main"/>
        </p:blipFill>
        <p:spPr>
          <a:xfrm xmlns:a="http://schemas.openxmlformats.org/drawingml/2006/main">
            <a:off x="6257925" y="28575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75807-82F4-485F-B333-9F437C5A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A891B-D0A5-458F-9C5F-0E921091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B604A0-251C-417E-8304-AFA018FB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고려한다. 캔슬은 지점에서 관리하고 IC는 그로스에 집중하도록 돕는다.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56EBE-1D08-4E1F-B1DE-D95C7A38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90348223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EF2B3-97A6-4ABB-8836-DE0944B4E4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1232ffeab4d1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34791-3716-44A3-BA65-893FBD3F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5817A-FCA3-43A2-A780-AD56A2DC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8CA7F-4F26-4BD8-A00D-E9B5E9D5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만들고, 피드백 전에 관찰한다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스스로 할 수 있다고 느끼도록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15656-CC78-4C74-88FC-C096D96C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DF330-A7D5-45BE-8DDF-0DC81FFE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11284635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2026-10-25T03:33:49.7810000Z</dcterms:created>
  <dcterms:modified xsi:type="dcterms:W3CDTF">2026-10-25T03:33:49.7810000Z</dcterms:modified>
</coreProperties>
</file>